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6"/>
  </p:notesMasterIdLst>
  <p:handoutMasterIdLst>
    <p:handoutMasterId r:id="rId47"/>
  </p:handoutMasterIdLst>
  <p:sldIdLst>
    <p:sldId id="256" r:id="rId2"/>
    <p:sldId id="257" r:id="rId3"/>
    <p:sldId id="258" r:id="rId4"/>
    <p:sldId id="259" r:id="rId5"/>
    <p:sldId id="260" r:id="rId6"/>
    <p:sldId id="261" r:id="rId7"/>
    <p:sldId id="262" r:id="rId8"/>
    <p:sldId id="263" r:id="rId9"/>
    <p:sldId id="264" r:id="rId10"/>
    <p:sldId id="286" r:id="rId11"/>
    <p:sldId id="287" r:id="rId12"/>
    <p:sldId id="265" r:id="rId13"/>
    <p:sldId id="288" r:id="rId14"/>
    <p:sldId id="289" r:id="rId15"/>
    <p:sldId id="266" r:id="rId16"/>
    <p:sldId id="267" r:id="rId17"/>
    <p:sldId id="290" r:id="rId18"/>
    <p:sldId id="291" r:id="rId19"/>
    <p:sldId id="268" r:id="rId20"/>
    <p:sldId id="269" r:id="rId21"/>
    <p:sldId id="270" r:id="rId22"/>
    <p:sldId id="271" r:id="rId23"/>
    <p:sldId id="292" r:id="rId24"/>
    <p:sldId id="296" r:id="rId25"/>
    <p:sldId id="301" r:id="rId26"/>
    <p:sldId id="302" r:id="rId27"/>
    <p:sldId id="297" r:id="rId28"/>
    <p:sldId id="298" r:id="rId29"/>
    <p:sldId id="272" r:id="rId30"/>
    <p:sldId id="273" r:id="rId31"/>
    <p:sldId id="274" r:id="rId32"/>
    <p:sldId id="275" r:id="rId33"/>
    <p:sldId id="276" r:id="rId34"/>
    <p:sldId id="277" r:id="rId35"/>
    <p:sldId id="278" r:id="rId36"/>
    <p:sldId id="279" r:id="rId37"/>
    <p:sldId id="300" r:id="rId38"/>
    <p:sldId id="303" r:id="rId39"/>
    <p:sldId id="299" r:id="rId40"/>
    <p:sldId id="281" r:id="rId41"/>
    <p:sldId id="282" r:id="rId42"/>
    <p:sldId id="283" r:id="rId43"/>
    <p:sldId id="284" r:id="rId44"/>
    <p:sldId id="285" r:id="rId45"/>
  </p:sldIdLst>
  <p:sldSz cx="9144000" cy="5143500" type="screen16x9"/>
  <p:notesSz cx="6858000" cy="9144000"/>
  <p:embeddedFontLst>
    <p:embeddedFont>
      <p:font typeface="Barlow" pitchFamily="2" charset="77"/>
      <p:regular r:id="rId48"/>
      <p:bold r:id="rId49"/>
      <p:italic r:id="rId50"/>
      <p:boldItalic r:id="rId51"/>
    </p:embeddedFont>
    <p:embeddedFont>
      <p:font typeface="Barlow Medium" panose="020F0502020204030204" pitchFamily="34" charset="0"/>
      <p:regular r:id="rId52"/>
      <p:bold r:id="rId53"/>
      <p:italic r:id="rId54"/>
      <p:boldItalic r:id="rId55"/>
    </p:embeddedFont>
    <p:embeddedFont>
      <p:font typeface="Open Sans" panose="020B0606030504020204" pitchFamily="34" charset="0"/>
      <p:regular r:id="rId56"/>
      <p:bold r:id="rId57"/>
      <p:italic r:id="rId58"/>
      <p:boldItalic r:id="rId59"/>
    </p:embeddedFont>
    <p:embeddedFont>
      <p:font typeface="Russo One" panose="02000503050000020004" pitchFamily="2" charset="0"/>
      <p:regular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1" roundtripDataSignature="AMtx7mi3JaT6Be1KYBHlmVKYwCvVeoIx/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FA7378-C184-4F61-92EC-3E32C5E77C85}">
  <a:tblStyle styleId="{21FA7378-C184-4F61-92EC-3E32C5E77C85}"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2"/>
    <p:restoredTop sz="94691"/>
  </p:normalViewPr>
  <p:slideViewPr>
    <p:cSldViewPr snapToGrid="0">
      <p:cViewPr>
        <p:scale>
          <a:sx n="152" d="100"/>
          <a:sy n="152" d="100"/>
        </p:scale>
        <p:origin x="584" y="3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font" Target="fonts/font3.fntdata"/><Relationship Id="rId55" Type="http://schemas.openxmlformats.org/officeDocument/2006/relationships/font" Target="fonts/font8.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6.fntdata"/><Relationship Id="rId58" Type="http://schemas.openxmlformats.org/officeDocument/2006/relationships/font" Target="fonts/font11.fntdata"/><Relationship Id="rId5" Type="http://schemas.openxmlformats.org/officeDocument/2006/relationships/slide" Target="slides/slide4.xml"/><Relationship Id="rId61" Type="http://customschemas.google.com/relationships/presentationmetadata" Target="meta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font" Target="fonts/font9.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7.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5.fntdata"/><Relationship Id="rId60" Type="http://schemas.openxmlformats.org/officeDocument/2006/relationships/font" Target="fonts/font13.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FB4D25F-7692-5F37-39A6-B1CBD6CDCC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LV"/>
          </a:p>
        </p:txBody>
      </p:sp>
      <p:sp>
        <p:nvSpPr>
          <p:cNvPr id="3" name="Date Placeholder 2">
            <a:extLst>
              <a:ext uri="{FF2B5EF4-FFF2-40B4-BE49-F238E27FC236}">
                <a16:creationId xmlns:a16="http://schemas.microsoft.com/office/drawing/2014/main" id="{653FB667-2869-CE97-576F-002FD2F7599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B06D8C-2DC5-4745-94B3-A61A05BDD9D0}" type="datetimeFigureOut">
              <a:rPr lang="en-LV" smtClean="0"/>
              <a:t>12/05/2025</a:t>
            </a:fld>
            <a:endParaRPr lang="en-LV"/>
          </a:p>
        </p:txBody>
      </p:sp>
      <p:sp>
        <p:nvSpPr>
          <p:cNvPr id="4" name="Footer Placeholder 3">
            <a:extLst>
              <a:ext uri="{FF2B5EF4-FFF2-40B4-BE49-F238E27FC236}">
                <a16:creationId xmlns:a16="http://schemas.microsoft.com/office/drawing/2014/main" id="{83830E44-E422-9981-9419-66C757262A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LV"/>
          </a:p>
        </p:txBody>
      </p:sp>
      <p:sp>
        <p:nvSpPr>
          <p:cNvPr id="5" name="Slide Number Placeholder 4">
            <a:extLst>
              <a:ext uri="{FF2B5EF4-FFF2-40B4-BE49-F238E27FC236}">
                <a16:creationId xmlns:a16="http://schemas.microsoft.com/office/drawing/2014/main" id="{A2560317-8EDF-BA29-3B1C-FF7B4C1F643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701A689-83FA-6843-8C19-6462F4C17201}" type="slidenum">
              <a:rPr lang="en-LV" smtClean="0"/>
              <a:t>‹#›</a:t>
            </a:fld>
            <a:endParaRPr lang="en-LV"/>
          </a:p>
        </p:txBody>
      </p:sp>
    </p:spTree>
    <p:extLst>
      <p:ext uri="{BB962C8B-B14F-4D97-AF65-F5344CB8AC3E}">
        <p14:creationId xmlns:p14="http://schemas.microsoft.com/office/powerpoint/2010/main" val="415564674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5" name="Google Shape;89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5" name="Google Shape;90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354010766f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1" name="Google Shape;911;g354010766f9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6" name="Google Shape;92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g354010766f9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2" name="Google Shape;932;g354010766f9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354010766f9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5" name="Google Shape;945;g354010766f9_0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354010766f9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6" name="Google Shape;956;g354010766f9_0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354010766f9_0_9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4" name="Google Shape;964;g354010766f9_0_9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354010766f9_0_10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0" name="Google Shape;970;g354010766f9_0_10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a:extLst>
            <a:ext uri="{FF2B5EF4-FFF2-40B4-BE49-F238E27FC236}">
              <a16:creationId xmlns:a16="http://schemas.microsoft.com/office/drawing/2014/main" id="{E51408B5-0AE9-64B7-5C8A-3E3CBAEFCA36}"/>
            </a:ext>
          </a:extLst>
        </p:cNvPr>
        <p:cNvGrpSpPr/>
        <p:nvPr/>
      </p:nvGrpSpPr>
      <p:grpSpPr>
        <a:xfrm>
          <a:off x="0" y="0"/>
          <a:ext cx="0" cy="0"/>
          <a:chOff x="0" y="0"/>
          <a:chExt cx="0" cy="0"/>
        </a:xfrm>
      </p:grpSpPr>
      <p:sp>
        <p:nvSpPr>
          <p:cNvPr id="969" name="Google Shape;969;g354010766f9_0_1010:notes">
            <a:extLst>
              <a:ext uri="{FF2B5EF4-FFF2-40B4-BE49-F238E27FC236}">
                <a16:creationId xmlns:a16="http://schemas.microsoft.com/office/drawing/2014/main" id="{61CA1D0F-4E2C-3AF2-0426-96FF51866B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0" name="Google Shape;970;g354010766f9_0_1010:notes">
            <a:extLst>
              <a:ext uri="{FF2B5EF4-FFF2-40B4-BE49-F238E27FC236}">
                <a16:creationId xmlns:a16="http://schemas.microsoft.com/office/drawing/2014/main" id="{6380CAB1-37CD-1197-ECB0-542F2A9A966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469148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a:extLst>
            <a:ext uri="{FF2B5EF4-FFF2-40B4-BE49-F238E27FC236}">
              <a16:creationId xmlns:a16="http://schemas.microsoft.com/office/drawing/2014/main" id="{6A3699F9-A167-6203-16A9-F4280B64C2E9}"/>
            </a:ext>
          </a:extLst>
        </p:cNvPr>
        <p:cNvGrpSpPr/>
        <p:nvPr/>
      </p:nvGrpSpPr>
      <p:grpSpPr>
        <a:xfrm>
          <a:off x="0" y="0"/>
          <a:ext cx="0" cy="0"/>
          <a:chOff x="0" y="0"/>
          <a:chExt cx="0" cy="0"/>
        </a:xfrm>
      </p:grpSpPr>
      <p:sp>
        <p:nvSpPr>
          <p:cNvPr id="969" name="Google Shape;969;g354010766f9_0_1010:notes">
            <a:extLst>
              <a:ext uri="{FF2B5EF4-FFF2-40B4-BE49-F238E27FC236}">
                <a16:creationId xmlns:a16="http://schemas.microsoft.com/office/drawing/2014/main" id="{8F07134B-C02D-B9BB-2C2C-36E48B6AEF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0" name="Google Shape;970;g354010766f9_0_1010:notes">
            <a:extLst>
              <a:ext uri="{FF2B5EF4-FFF2-40B4-BE49-F238E27FC236}">
                <a16:creationId xmlns:a16="http://schemas.microsoft.com/office/drawing/2014/main" id="{3FCB781D-B8CA-EFA6-EB93-8ECB7101E37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879672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354010766f9_0_10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7" name="Google Shape;977;g354010766f9_0_10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a:extLst>
            <a:ext uri="{FF2B5EF4-FFF2-40B4-BE49-F238E27FC236}">
              <a16:creationId xmlns:a16="http://schemas.microsoft.com/office/drawing/2014/main" id="{C12FECF2-6196-B772-3D7E-B8D6F914696D}"/>
            </a:ext>
          </a:extLst>
        </p:cNvPr>
        <p:cNvGrpSpPr/>
        <p:nvPr/>
      </p:nvGrpSpPr>
      <p:grpSpPr>
        <a:xfrm>
          <a:off x="0" y="0"/>
          <a:ext cx="0" cy="0"/>
          <a:chOff x="0" y="0"/>
          <a:chExt cx="0" cy="0"/>
        </a:xfrm>
      </p:grpSpPr>
      <p:sp>
        <p:nvSpPr>
          <p:cNvPr id="976" name="Google Shape;976;g354010766f9_0_1020:notes">
            <a:extLst>
              <a:ext uri="{FF2B5EF4-FFF2-40B4-BE49-F238E27FC236}">
                <a16:creationId xmlns:a16="http://schemas.microsoft.com/office/drawing/2014/main" id="{AC8A651E-6F4C-6EFD-7E0D-79E886BE74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7" name="Google Shape;977;g354010766f9_0_1020:notes">
            <a:extLst>
              <a:ext uri="{FF2B5EF4-FFF2-40B4-BE49-F238E27FC236}">
                <a16:creationId xmlns:a16="http://schemas.microsoft.com/office/drawing/2014/main" id="{780201E0-AFD8-4429-7BA0-E02A47424E4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429941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a:extLst>
            <a:ext uri="{FF2B5EF4-FFF2-40B4-BE49-F238E27FC236}">
              <a16:creationId xmlns:a16="http://schemas.microsoft.com/office/drawing/2014/main" id="{44FDCCC7-A04C-D6D5-1577-7F51B75D09BF}"/>
            </a:ext>
          </a:extLst>
        </p:cNvPr>
        <p:cNvGrpSpPr/>
        <p:nvPr/>
      </p:nvGrpSpPr>
      <p:grpSpPr>
        <a:xfrm>
          <a:off x="0" y="0"/>
          <a:ext cx="0" cy="0"/>
          <a:chOff x="0" y="0"/>
          <a:chExt cx="0" cy="0"/>
        </a:xfrm>
      </p:grpSpPr>
      <p:sp>
        <p:nvSpPr>
          <p:cNvPr id="976" name="Google Shape;976;g354010766f9_0_1020:notes">
            <a:extLst>
              <a:ext uri="{FF2B5EF4-FFF2-40B4-BE49-F238E27FC236}">
                <a16:creationId xmlns:a16="http://schemas.microsoft.com/office/drawing/2014/main" id="{9936C0D0-3CC8-6A69-0F7F-0E51CF9262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7" name="Google Shape;977;g354010766f9_0_1020:notes">
            <a:extLst>
              <a:ext uri="{FF2B5EF4-FFF2-40B4-BE49-F238E27FC236}">
                <a16:creationId xmlns:a16="http://schemas.microsoft.com/office/drawing/2014/main" id="{F0493E1A-5F8C-D798-524F-D5626A8E5B5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261904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354010766f9_0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4" name="Google Shape;984;g354010766f9_0_10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354010766f9_0_10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0" name="Google Shape;990;g354010766f9_0_10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a:extLst>
            <a:ext uri="{FF2B5EF4-FFF2-40B4-BE49-F238E27FC236}">
              <a16:creationId xmlns:a16="http://schemas.microsoft.com/office/drawing/2014/main" id="{69EFF104-7896-E94A-C723-A900971188B8}"/>
            </a:ext>
          </a:extLst>
        </p:cNvPr>
        <p:cNvGrpSpPr/>
        <p:nvPr/>
      </p:nvGrpSpPr>
      <p:grpSpPr>
        <a:xfrm>
          <a:off x="0" y="0"/>
          <a:ext cx="0" cy="0"/>
          <a:chOff x="0" y="0"/>
          <a:chExt cx="0" cy="0"/>
        </a:xfrm>
      </p:grpSpPr>
      <p:sp>
        <p:nvSpPr>
          <p:cNvPr id="989" name="Google Shape;989;g354010766f9_0_1054:notes">
            <a:extLst>
              <a:ext uri="{FF2B5EF4-FFF2-40B4-BE49-F238E27FC236}">
                <a16:creationId xmlns:a16="http://schemas.microsoft.com/office/drawing/2014/main" id="{BCDF9793-0B39-192B-0654-E6537E2059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0" name="Google Shape;990;g354010766f9_0_1054:notes">
            <a:extLst>
              <a:ext uri="{FF2B5EF4-FFF2-40B4-BE49-F238E27FC236}">
                <a16:creationId xmlns:a16="http://schemas.microsoft.com/office/drawing/2014/main" id="{5E9029E7-E600-7316-69B4-028296B6F05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649677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a:extLst>
            <a:ext uri="{FF2B5EF4-FFF2-40B4-BE49-F238E27FC236}">
              <a16:creationId xmlns:a16="http://schemas.microsoft.com/office/drawing/2014/main" id="{AE5A0E5F-C655-FF27-AF1E-1F27980B3FF3}"/>
            </a:ext>
          </a:extLst>
        </p:cNvPr>
        <p:cNvGrpSpPr/>
        <p:nvPr/>
      </p:nvGrpSpPr>
      <p:grpSpPr>
        <a:xfrm>
          <a:off x="0" y="0"/>
          <a:ext cx="0" cy="0"/>
          <a:chOff x="0" y="0"/>
          <a:chExt cx="0" cy="0"/>
        </a:xfrm>
      </p:grpSpPr>
      <p:sp>
        <p:nvSpPr>
          <p:cNvPr id="989" name="Google Shape;989;g354010766f9_0_1054:notes">
            <a:extLst>
              <a:ext uri="{FF2B5EF4-FFF2-40B4-BE49-F238E27FC236}">
                <a16:creationId xmlns:a16="http://schemas.microsoft.com/office/drawing/2014/main" id="{F2540231-DD1C-2550-60E0-090CB39B71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0" name="Google Shape;990;g354010766f9_0_1054:notes">
            <a:extLst>
              <a:ext uri="{FF2B5EF4-FFF2-40B4-BE49-F238E27FC236}">
                <a16:creationId xmlns:a16="http://schemas.microsoft.com/office/drawing/2014/main" id="{D9C35FC5-6FB9-20B0-4816-6AE4AF4E2C3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27033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354010766f9_0_10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7" name="Google Shape;997;g354010766f9_0_10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354010766f9_2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3" name="Google Shape;1003;g354010766f9_2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354010766f9_2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9" name="Google Shape;1029;g354010766f9_2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354010766f9_2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6" name="Google Shape;1046;g354010766f9_2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a:extLst>
            <a:ext uri="{FF2B5EF4-FFF2-40B4-BE49-F238E27FC236}">
              <a16:creationId xmlns:a16="http://schemas.microsoft.com/office/drawing/2014/main" id="{D27ADAD8-53BE-5872-3AB2-DC0A655CCEC6}"/>
            </a:ext>
          </a:extLst>
        </p:cNvPr>
        <p:cNvGrpSpPr/>
        <p:nvPr/>
      </p:nvGrpSpPr>
      <p:grpSpPr>
        <a:xfrm>
          <a:off x="0" y="0"/>
          <a:ext cx="0" cy="0"/>
          <a:chOff x="0" y="0"/>
          <a:chExt cx="0" cy="0"/>
        </a:xfrm>
      </p:grpSpPr>
      <p:sp>
        <p:nvSpPr>
          <p:cNvPr id="1045" name="Google Shape;1045;g354010766f9_2_56:notes">
            <a:extLst>
              <a:ext uri="{FF2B5EF4-FFF2-40B4-BE49-F238E27FC236}">
                <a16:creationId xmlns:a16="http://schemas.microsoft.com/office/drawing/2014/main" id="{1DEE126C-977B-6DF4-0235-007B0B35C2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6" name="Google Shape;1046;g354010766f9_2_56:notes">
            <a:extLst>
              <a:ext uri="{FF2B5EF4-FFF2-40B4-BE49-F238E27FC236}">
                <a16:creationId xmlns:a16="http://schemas.microsoft.com/office/drawing/2014/main" id="{8A2D46D1-3900-15BC-1E0E-B2660B9AA4A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814873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a:extLst>
            <a:ext uri="{FF2B5EF4-FFF2-40B4-BE49-F238E27FC236}">
              <a16:creationId xmlns:a16="http://schemas.microsoft.com/office/drawing/2014/main" id="{D495724F-5E35-9798-34E0-96A83C0A516E}"/>
            </a:ext>
          </a:extLst>
        </p:cNvPr>
        <p:cNvGrpSpPr/>
        <p:nvPr/>
      </p:nvGrpSpPr>
      <p:grpSpPr>
        <a:xfrm>
          <a:off x="0" y="0"/>
          <a:ext cx="0" cy="0"/>
          <a:chOff x="0" y="0"/>
          <a:chExt cx="0" cy="0"/>
        </a:xfrm>
      </p:grpSpPr>
      <p:sp>
        <p:nvSpPr>
          <p:cNvPr id="1045" name="Google Shape;1045;g354010766f9_2_56:notes">
            <a:extLst>
              <a:ext uri="{FF2B5EF4-FFF2-40B4-BE49-F238E27FC236}">
                <a16:creationId xmlns:a16="http://schemas.microsoft.com/office/drawing/2014/main" id="{5608E114-BA87-6CD8-9130-37FC2B5189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6" name="Google Shape;1046;g354010766f9_2_56:notes">
            <a:extLst>
              <a:ext uri="{FF2B5EF4-FFF2-40B4-BE49-F238E27FC236}">
                <a16:creationId xmlns:a16="http://schemas.microsoft.com/office/drawing/2014/main" id="{50ACAA75-E490-C971-BCB6-0A599AE91AF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761417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a:extLst>
            <a:ext uri="{FF2B5EF4-FFF2-40B4-BE49-F238E27FC236}">
              <a16:creationId xmlns:a16="http://schemas.microsoft.com/office/drawing/2014/main" id="{69E3A0C8-4C08-6EB7-7F58-A74B0DC6960A}"/>
            </a:ext>
          </a:extLst>
        </p:cNvPr>
        <p:cNvGrpSpPr/>
        <p:nvPr/>
      </p:nvGrpSpPr>
      <p:grpSpPr>
        <a:xfrm>
          <a:off x="0" y="0"/>
          <a:ext cx="0" cy="0"/>
          <a:chOff x="0" y="0"/>
          <a:chExt cx="0" cy="0"/>
        </a:xfrm>
      </p:grpSpPr>
      <p:sp>
        <p:nvSpPr>
          <p:cNvPr id="1045" name="Google Shape;1045;g354010766f9_2_56:notes">
            <a:extLst>
              <a:ext uri="{FF2B5EF4-FFF2-40B4-BE49-F238E27FC236}">
                <a16:creationId xmlns:a16="http://schemas.microsoft.com/office/drawing/2014/main" id="{4A08B8EA-540B-F1A0-6107-2A21DD13A1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6" name="Google Shape;1046;g354010766f9_2_56:notes">
            <a:extLst>
              <a:ext uri="{FF2B5EF4-FFF2-40B4-BE49-F238E27FC236}">
                <a16:creationId xmlns:a16="http://schemas.microsoft.com/office/drawing/2014/main" id="{80F7776E-AA8B-1807-30AE-4B65ECFD188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566487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a:extLst>
            <a:ext uri="{FF2B5EF4-FFF2-40B4-BE49-F238E27FC236}">
              <a16:creationId xmlns:a16="http://schemas.microsoft.com/office/drawing/2014/main" id="{1329236F-4C75-5589-A531-127C4B5920C0}"/>
            </a:ext>
          </a:extLst>
        </p:cNvPr>
        <p:cNvGrpSpPr/>
        <p:nvPr/>
      </p:nvGrpSpPr>
      <p:grpSpPr>
        <a:xfrm>
          <a:off x="0" y="0"/>
          <a:ext cx="0" cy="0"/>
          <a:chOff x="0" y="0"/>
          <a:chExt cx="0" cy="0"/>
        </a:xfrm>
      </p:grpSpPr>
      <p:sp>
        <p:nvSpPr>
          <p:cNvPr id="1045" name="Google Shape;1045;g354010766f9_2_56:notes">
            <a:extLst>
              <a:ext uri="{FF2B5EF4-FFF2-40B4-BE49-F238E27FC236}">
                <a16:creationId xmlns:a16="http://schemas.microsoft.com/office/drawing/2014/main" id="{2A5AC2DC-D68D-354A-C69E-5176DF944F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6" name="Google Shape;1046;g354010766f9_2_56:notes">
            <a:extLst>
              <a:ext uri="{FF2B5EF4-FFF2-40B4-BE49-F238E27FC236}">
                <a16:creationId xmlns:a16="http://schemas.microsoft.com/office/drawing/2014/main" id="{A2282FAE-A9D8-EA0D-1563-CD7225A20BB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858511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a:extLst>
            <a:ext uri="{FF2B5EF4-FFF2-40B4-BE49-F238E27FC236}">
              <a16:creationId xmlns:a16="http://schemas.microsoft.com/office/drawing/2014/main" id="{3CE670BF-6604-4FB7-10CA-65E909E1FD86}"/>
            </a:ext>
          </a:extLst>
        </p:cNvPr>
        <p:cNvGrpSpPr/>
        <p:nvPr/>
      </p:nvGrpSpPr>
      <p:grpSpPr>
        <a:xfrm>
          <a:off x="0" y="0"/>
          <a:ext cx="0" cy="0"/>
          <a:chOff x="0" y="0"/>
          <a:chExt cx="0" cy="0"/>
        </a:xfrm>
      </p:grpSpPr>
      <p:sp>
        <p:nvSpPr>
          <p:cNvPr id="1045" name="Google Shape;1045;g354010766f9_2_56:notes">
            <a:extLst>
              <a:ext uri="{FF2B5EF4-FFF2-40B4-BE49-F238E27FC236}">
                <a16:creationId xmlns:a16="http://schemas.microsoft.com/office/drawing/2014/main" id="{10956DB8-71F2-DD5A-6641-C6BDCDB759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6" name="Google Shape;1046;g354010766f9_2_56:notes">
            <a:extLst>
              <a:ext uri="{FF2B5EF4-FFF2-40B4-BE49-F238E27FC236}">
                <a16:creationId xmlns:a16="http://schemas.microsoft.com/office/drawing/2014/main" id="{D648E21E-1498-49AE-4BF3-98C2D781DC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194191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a:extLst>
            <a:ext uri="{FF2B5EF4-FFF2-40B4-BE49-F238E27FC236}">
              <a16:creationId xmlns:a16="http://schemas.microsoft.com/office/drawing/2014/main" id="{1EB31467-FAED-6793-7866-771A99F507A1}"/>
            </a:ext>
          </a:extLst>
        </p:cNvPr>
        <p:cNvGrpSpPr/>
        <p:nvPr/>
      </p:nvGrpSpPr>
      <p:grpSpPr>
        <a:xfrm>
          <a:off x="0" y="0"/>
          <a:ext cx="0" cy="0"/>
          <a:chOff x="0" y="0"/>
          <a:chExt cx="0" cy="0"/>
        </a:xfrm>
      </p:grpSpPr>
      <p:sp>
        <p:nvSpPr>
          <p:cNvPr id="1045" name="Google Shape;1045;g354010766f9_2_56:notes">
            <a:extLst>
              <a:ext uri="{FF2B5EF4-FFF2-40B4-BE49-F238E27FC236}">
                <a16:creationId xmlns:a16="http://schemas.microsoft.com/office/drawing/2014/main" id="{FF4B1AA3-5152-093B-BC28-37855A77F4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6" name="Google Shape;1046;g354010766f9_2_56:notes">
            <a:extLst>
              <a:ext uri="{FF2B5EF4-FFF2-40B4-BE49-F238E27FC236}">
                <a16:creationId xmlns:a16="http://schemas.microsoft.com/office/drawing/2014/main" id="{4D739A54-66B0-E143-2B0D-0CDBA454B5A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208158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g354010766f9_2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2" name="Google Shape;1052;g354010766f9_2_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354010766f9_2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8" name="Google Shape;1058;g354010766f9_2_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g354010766f9_2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7" name="Google Shape;1067;g354010766f9_2_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5"/>
        <p:cNvGrpSpPr/>
        <p:nvPr/>
      </p:nvGrpSpPr>
      <p:grpSpPr>
        <a:xfrm>
          <a:off x="0" y="0"/>
          <a:ext cx="0" cy="0"/>
          <a:chOff x="0" y="0"/>
          <a:chExt cx="0" cy="0"/>
        </a:xfrm>
      </p:grpSpPr>
      <p:sp>
        <p:nvSpPr>
          <p:cNvPr id="1076" name="Google Shape;1076;g354010766f9_2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7" name="Google Shape;1077;g354010766f9_2_1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g354010766f9_2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6" name="Google Shape;1086;g354010766f9_2_1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g354010766f9_2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5" name="Google Shape;1095;g354010766f9_2_1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354010766f9_2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4" name="Google Shape;1104;g354010766f9_2_1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g3549d0111a7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1" name="Google Shape;1111;g3549d0111a7_0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a:extLst>
            <a:ext uri="{FF2B5EF4-FFF2-40B4-BE49-F238E27FC236}">
              <a16:creationId xmlns:a16="http://schemas.microsoft.com/office/drawing/2014/main" id="{670BF146-6D22-0A8D-EEA7-4AE1AA834101}"/>
            </a:ext>
          </a:extLst>
        </p:cNvPr>
        <p:cNvGrpSpPr/>
        <p:nvPr/>
      </p:nvGrpSpPr>
      <p:grpSpPr>
        <a:xfrm>
          <a:off x="0" y="0"/>
          <a:ext cx="0" cy="0"/>
          <a:chOff x="0" y="0"/>
          <a:chExt cx="0" cy="0"/>
        </a:xfrm>
      </p:grpSpPr>
      <p:sp>
        <p:nvSpPr>
          <p:cNvPr id="1066" name="Google Shape;1066;g354010766f9_2_93:notes">
            <a:extLst>
              <a:ext uri="{FF2B5EF4-FFF2-40B4-BE49-F238E27FC236}">
                <a16:creationId xmlns:a16="http://schemas.microsoft.com/office/drawing/2014/main" id="{0138ABA3-329D-C5AA-D934-687C3869B7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7" name="Google Shape;1067;g354010766f9_2_93:notes">
            <a:extLst>
              <a:ext uri="{FF2B5EF4-FFF2-40B4-BE49-F238E27FC236}">
                <a16:creationId xmlns:a16="http://schemas.microsoft.com/office/drawing/2014/main" id="{043F3F2F-ACD2-8105-1078-8DCFF553980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70547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a:extLst>
            <a:ext uri="{FF2B5EF4-FFF2-40B4-BE49-F238E27FC236}">
              <a16:creationId xmlns:a16="http://schemas.microsoft.com/office/drawing/2014/main" id="{79741339-CBF0-ECBA-58FF-E900B1F9D835}"/>
            </a:ext>
          </a:extLst>
        </p:cNvPr>
        <p:cNvGrpSpPr/>
        <p:nvPr/>
      </p:nvGrpSpPr>
      <p:grpSpPr>
        <a:xfrm>
          <a:off x="0" y="0"/>
          <a:ext cx="0" cy="0"/>
          <a:chOff x="0" y="0"/>
          <a:chExt cx="0" cy="0"/>
        </a:xfrm>
      </p:grpSpPr>
      <p:sp>
        <p:nvSpPr>
          <p:cNvPr id="1128" name="Google Shape;1128;g3549d0111a7_0_23:notes">
            <a:extLst>
              <a:ext uri="{FF2B5EF4-FFF2-40B4-BE49-F238E27FC236}">
                <a16:creationId xmlns:a16="http://schemas.microsoft.com/office/drawing/2014/main" id="{62B9D747-942F-ECB7-1571-B1FE5FD754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9" name="Google Shape;1129;g3549d0111a7_0_23:notes">
            <a:extLst>
              <a:ext uri="{FF2B5EF4-FFF2-40B4-BE49-F238E27FC236}">
                <a16:creationId xmlns:a16="http://schemas.microsoft.com/office/drawing/2014/main" id="{77BE33AC-CB39-72B5-3357-A2FF9F99350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579881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a:extLst>
            <a:ext uri="{FF2B5EF4-FFF2-40B4-BE49-F238E27FC236}">
              <a16:creationId xmlns:a16="http://schemas.microsoft.com/office/drawing/2014/main" id="{3F4D4B83-2C61-0AA7-6EF4-4C7E8C478197}"/>
            </a:ext>
          </a:extLst>
        </p:cNvPr>
        <p:cNvGrpSpPr/>
        <p:nvPr/>
      </p:nvGrpSpPr>
      <p:grpSpPr>
        <a:xfrm>
          <a:off x="0" y="0"/>
          <a:ext cx="0" cy="0"/>
          <a:chOff x="0" y="0"/>
          <a:chExt cx="0" cy="0"/>
        </a:xfrm>
      </p:grpSpPr>
      <p:sp>
        <p:nvSpPr>
          <p:cNvPr id="1117" name="Google Shape;1117;g3549d0111a7_0_7:notes">
            <a:extLst>
              <a:ext uri="{FF2B5EF4-FFF2-40B4-BE49-F238E27FC236}">
                <a16:creationId xmlns:a16="http://schemas.microsoft.com/office/drawing/2014/main" id="{44F45362-A54C-7032-3574-18C2A084CE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8" name="Google Shape;1118;g3549d0111a7_0_7:notes">
            <a:extLst>
              <a:ext uri="{FF2B5EF4-FFF2-40B4-BE49-F238E27FC236}">
                <a16:creationId xmlns:a16="http://schemas.microsoft.com/office/drawing/2014/main" id="{2FA2A0E7-6650-9DBF-46C7-B81337D9CEE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071395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1"/>
        <p:cNvGrpSpPr/>
        <p:nvPr/>
      </p:nvGrpSpPr>
      <p:grpSpPr>
        <a:xfrm>
          <a:off x="0" y="0"/>
          <a:ext cx="0" cy="0"/>
          <a:chOff x="0" y="0"/>
          <a:chExt cx="0" cy="0"/>
        </a:xfrm>
      </p:grpSpPr>
      <p:sp>
        <p:nvSpPr>
          <p:cNvPr id="1122" name="Google Shape;1122;g3549d0111a7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3" name="Google Shape;1123;g3549d0111a7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g3549d0111a7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9" name="Google Shape;1129;g3549d0111a7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g3549d0111a7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6" name="Google Shape;1136;g3549d0111a7_0_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g3549d0111a7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2" name="Google Shape;1142;g3549d0111a7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g354010766f9_2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8" name="Google Shape;1148;g354010766f9_2_1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chemeClr val="dk2"/>
            </a:gs>
            <a:gs pos="100000">
              <a:schemeClr val="dk1"/>
            </a:gs>
          </a:gsLst>
          <a:lin ang="10800025" scaled="0"/>
        </a:gradFill>
        <a:effectLst/>
      </p:bgPr>
    </p:bg>
    <p:spTree>
      <p:nvGrpSpPr>
        <p:cNvPr id="1" name="Shape 8"/>
        <p:cNvGrpSpPr/>
        <p:nvPr/>
      </p:nvGrpSpPr>
      <p:grpSpPr>
        <a:xfrm>
          <a:off x="0" y="0"/>
          <a:ext cx="0" cy="0"/>
          <a:chOff x="0" y="0"/>
          <a:chExt cx="0" cy="0"/>
        </a:xfrm>
      </p:grpSpPr>
      <p:sp>
        <p:nvSpPr>
          <p:cNvPr id="9" name="Google Shape;9;p42"/>
          <p:cNvSpPr txBox="1">
            <a:spLocks noGrp="1"/>
          </p:cNvSpPr>
          <p:nvPr>
            <p:ph type="ctrTitle"/>
          </p:nvPr>
        </p:nvSpPr>
        <p:spPr>
          <a:xfrm>
            <a:off x="713100" y="1187075"/>
            <a:ext cx="4902900" cy="2303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lt1"/>
              </a:buClr>
              <a:buSzPts val="5200"/>
              <a:buNone/>
              <a:defRPr sz="5200" i="1">
                <a:solidFill>
                  <a:schemeClr val="lt1"/>
                </a:solidFill>
                <a:latin typeface="Russo One"/>
                <a:ea typeface="Russo One"/>
                <a:cs typeface="Russo One"/>
                <a:sym typeface="Russo One"/>
              </a:defRPr>
            </a:lvl1pPr>
            <a:lvl2pPr lvl="1" algn="ctr">
              <a:lnSpc>
                <a:spcPct val="100000"/>
              </a:lnSpc>
              <a:spcBef>
                <a:spcPts val="0"/>
              </a:spcBef>
              <a:spcAft>
                <a:spcPts val="0"/>
              </a:spcAft>
              <a:buClr>
                <a:schemeClr val="lt1"/>
              </a:buClr>
              <a:buSzPts val="5200"/>
              <a:buNone/>
              <a:defRPr sz="5200">
                <a:solidFill>
                  <a:schemeClr val="lt1"/>
                </a:solidFill>
              </a:defRPr>
            </a:lvl2pPr>
            <a:lvl3pPr lvl="2" algn="ctr">
              <a:lnSpc>
                <a:spcPct val="100000"/>
              </a:lnSpc>
              <a:spcBef>
                <a:spcPts val="0"/>
              </a:spcBef>
              <a:spcAft>
                <a:spcPts val="0"/>
              </a:spcAft>
              <a:buClr>
                <a:schemeClr val="lt1"/>
              </a:buClr>
              <a:buSzPts val="5200"/>
              <a:buNone/>
              <a:defRPr sz="5200">
                <a:solidFill>
                  <a:schemeClr val="lt1"/>
                </a:solidFill>
              </a:defRPr>
            </a:lvl3pPr>
            <a:lvl4pPr lvl="3" algn="ctr">
              <a:lnSpc>
                <a:spcPct val="100000"/>
              </a:lnSpc>
              <a:spcBef>
                <a:spcPts val="0"/>
              </a:spcBef>
              <a:spcAft>
                <a:spcPts val="0"/>
              </a:spcAft>
              <a:buClr>
                <a:schemeClr val="lt1"/>
              </a:buClr>
              <a:buSzPts val="5200"/>
              <a:buNone/>
              <a:defRPr sz="5200">
                <a:solidFill>
                  <a:schemeClr val="lt1"/>
                </a:solidFill>
              </a:defRPr>
            </a:lvl4pPr>
            <a:lvl5pPr lvl="4" algn="ctr">
              <a:lnSpc>
                <a:spcPct val="100000"/>
              </a:lnSpc>
              <a:spcBef>
                <a:spcPts val="0"/>
              </a:spcBef>
              <a:spcAft>
                <a:spcPts val="0"/>
              </a:spcAft>
              <a:buClr>
                <a:schemeClr val="lt1"/>
              </a:buClr>
              <a:buSzPts val="5200"/>
              <a:buNone/>
              <a:defRPr sz="5200">
                <a:solidFill>
                  <a:schemeClr val="lt1"/>
                </a:solidFill>
              </a:defRPr>
            </a:lvl5pPr>
            <a:lvl6pPr lvl="5" algn="ctr">
              <a:lnSpc>
                <a:spcPct val="100000"/>
              </a:lnSpc>
              <a:spcBef>
                <a:spcPts val="0"/>
              </a:spcBef>
              <a:spcAft>
                <a:spcPts val="0"/>
              </a:spcAft>
              <a:buClr>
                <a:schemeClr val="lt1"/>
              </a:buClr>
              <a:buSzPts val="5200"/>
              <a:buNone/>
              <a:defRPr sz="5200">
                <a:solidFill>
                  <a:schemeClr val="lt1"/>
                </a:solidFill>
              </a:defRPr>
            </a:lvl6pPr>
            <a:lvl7pPr lvl="6" algn="ctr">
              <a:lnSpc>
                <a:spcPct val="100000"/>
              </a:lnSpc>
              <a:spcBef>
                <a:spcPts val="0"/>
              </a:spcBef>
              <a:spcAft>
                <a:spcPts val="0"/>
              </a:spcAft>
              <a:buClr>
                <a:schemeClr val="lt1"/>
              </a:buClr>
              <a:buSzPts val="5200"/>
              <a:buNone/>
              <a:defRPr sz="5200">
                <a:solidFill>
                  <a:schemeClr val="lt1"/>
                </a:solidFill>
              </a:defRPr>
            </a:lvl7pPr>
            <a:lvl8pPr lvl="7" algn="ctr">
              <a:lnSpc>
                <a:spcPct val="100000"/>
              </a:lnSpc>
              <a:spcBef>
                <a:spcPts val="0"/>
              </a:spcBef>
              <a:spcAft>
                <a:spcPts val="0"/>
              </a:spcAft>
              <a:buClr>
                <a:schemeClr val="lt1"/>
              </a:buClr>
              <a:buSzPts val="5200"/>
              <a:buNone/>
              <a:defRPr sz="5200">
                <a:solidFill>
                  <a:schemeClr val="lt1"/>
                </a:solidFill>
              </a:defRPr>
            </a:lvl8pPr>
            <a:lvl9pPr lvl="8" algn="ctr">
              <a:lnSpc>
                <a:spcPct val="100000"/>
              </a:lnSpc>
              <a:spcBef>
                <a:spcPts val="0"/>
              </a:spcBef>
              <a:spcAft>
                <a:spcPts val="0"/>
              </a:spcAft>
              <a:buClr>
                <a:schemeClr val="lt1"/>
              </a:buClr>
              <a:buSzPts val="5200"/>
              <a:buNone/>
              <a:defRPr sz="5200">
                <a:solidFill>
                  <a:schemeClr val="lt1"/>
                </a:solidFill>
              </a:defRPr>
            </a:lvl9pPr>
          </a:lstStyle>
          <a:p>
            <a:endParaRPr/>
          </a:p>
        </p:txBody>
      </p:sp>
      <p:sp>
        <p:nvSpPr>
          <p:cNvPr id="10" name="Google Shape;10;p42"/>
          <p:cNvSpPr txBox="1">
            <a:spLocks noGrp="1"/>
          </p:cNvSpPr>
          <p:nvPr>
            <p:ph type="subTitle" idx="1"/>
          </p:nvPr>
        </p:nvSpPr>
        <p:spPr>
          <a:xfrm>
            <a:off x="713100" y="3527425"/>
            <a:ext cx="4902900" cy="429000"/>
          </a:xfrm>
          <a:prstGeom prst="rect">
            <a:avLst/>
          </a:pr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lt1"/>
              </a:buClr>
              <a:buSzPts val="1800"/>
              <a:buNone/>
              <a:defRPr sz="1800">
                <a:solidFill>
                  <a:schemeClr val="dk1"/>
                </a:solidFill>
              </a:defRPr>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1" name="Google Shape;11;p42"/>
          <p:cNvSpPr>
            <a:spLocks noGrp="1"/>
          </p:cNvSpPr>
          <p:nvPr>
            <p:ph type="pic" idx="2"/>
          </p:nvPr>
        </p:nvSpPr>
        <p:spPr>
          <a:xfrm>
            <a:off x="5778475" y="1303825"/>
            <a:ext cx="2652300" cy="2652600"/>
          </a:xfrm>
          <a:prstGeom prst="ellipse">
            <a:avLst/>
          </a:prstGeom>
          <a:noFill/>
          <a:ln w="19050" cap="flat" cmpd="sng">
            <a:solidFill>
              <a:schemeClr val="lt1"/>
            </a:solidFill>
            <a:prstDash val="solid"/>
            <a:round/>
            <a:headEnd type="none" w="sm" len="sm"/>
            <a:tailEnd type="none" w="sm" len="sm"/>
          </a:ln>
        </p:spPr>
      </p:sp>
      <p:grpSp>
        <p:nvGrpSpPr>
          <p:cNvPr id="12" name="Google Shape;12;p42"/>
          <p:cNvGrpSpPr/>
          <p:nvPr/>
        </p:nvGrpSpPr>
        <p:grpSpPr>
          <a:xfrm>
            <a:off x="864817" y="-151666"/>
            <a:ext cx="1145952" cy="657282"/>
            <a:chOff x="864825" y="2381600"/>
            <a:chExt cx="802825" cy="460475"/>
          </a:xfrm>
        </p:grpSpPr>
        <p:sp>
          <p:nvSpPr>
            <p:cNvPr id="13" name="Google Shape;13;p42"/>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42"/>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42"/>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42"/>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42"/>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42"/>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42"/>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42"/>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42"/>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42"/>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42"/>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42"/>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42"/>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2"/>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42"/>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42"/>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9" name="Google Shape;29;p42"/>
          <p:cNvSpPr/>
          <p:nvPr/>
        </p:nvSpPr>
        <p:spPr>
          <a:xfrm>
            <a:off x="4648825" y="-535162"/>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42"/>
          <p:cNvSpPr/>
          <p:nvPr/>
        </p:nvSpPr>
        <p:spPr>
          <a:xfrm rot="10800000" flipH="1">
            <a:off x="-514625" y="3798688"/>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42"/>
          <p:cNvSpPr/>
          <p:nvPr/>
        </p:nvSpPr>
        <p:spPr>
          <a:xfrm>
            <a:off x="286400" y="1033700"/>
            <a:ext cx="193200" cy="193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42"/>
          <p:cNvGrpSpPr/>
          <p:nvPr/>
        </p:nvGrpSpPr>
        <p:grpSpPr>
          <a:xfrm>
            <a:off x="3639338" y="4795559"/>
            <a:ext cx="2743076" cy="657293"/>
            <a:chOff x="5227825" y="3000800"/>
            <a:chExt cx="1865150" cy="446925"/>
          </a:xfrm>
        </p:grpSpPr>
        <p:sp>
          <p:nvSpPr>
            <p:cNvPr id="33" name="Google Shape;33;p42"/>
            <p:cNvSpPr/>
            <p:nvPr/>
          </p:nvSpPr>
          <p:spPr>
            <a:xfrm>
              <a:off x="6867250" y="3000800"/>
              <a:ext cx="225725" cy="446925"/>
            </a:xfrm>
            <a:custGeom>
              <a:avLst/>
              <a:gdLst/>
              <a:ahLst/>
              <a:cxnLst/>
              <a:rect l="l" t="t" r="r" b="b"/>
              <a:pathLst>
                <a:path w="9029" h="17877" extrusionOk="0">
                  <a:moveTo>
                    <a:pt x="3281" y="17877"/>
                  </a:moveTo>
                  <a:lnTo>
                    <a:pt x="0" y="17877"/>
                  </a:lnTo>
                  <a:lnTo>
                    <a:pt x="5778" y="8939"/>
                  </a:lnTo>
                  <a:lnTo>
                    <a:pt x="0"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42"/>
            <p:cNvSpPr/>
            <p:nvPr/>
          </p:nvSpPr>
          <p:spPr>
            <a:xfrm>
              <a:off x="6662600" y="3000800"/>
              <a:ext cx="225725" cy="446925"/>
            </a:xfrm>
            <a:custGeom>
              <a:avLst/>
              <a:gdLst/>
              <a:ahLst/>
              <a:cxnLst/>
              <a:rect l="l" t="t" r="r" b="b"/>
              <a:pathLst>
                <a:path w="9029" h="17877" extrusionOk="0">
                  <a:moveTo>
                    <a:pt x="3251" y="17877"/>
                  </a:moveTo>
                  <a:lnTo>
                    <a:pt x="0" y="17877"/>
                  </a:lnTo>
                  <a:lnTo>
                    <a:pt x="5749" y="8939"/>
                  </a:lnTo>
                  <a:lnTo>
                    <a:pt x="0"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42"/>
            <p:cNvSpPr/>
            <p:nvPr/>
          </p:nvSpPr>
          <p:spPr>
            <a:xfrm>
              <a:off x="6457200" y="3000800"/>
              <a:ext cx="225725" cy="446925"/>
            </a:xfrm>
            <a:custGeom>
              <a:avLst/>
              <a:gdLst/>
              <a:ahLst/>
              <a:cxnLst/>
              <a:rect l="l" t="t" r="r" b="b"/>
              <a:pathLst>
                <a:path w="9029" h="17877" extrusionOk="0">
                  <a:moveTo>
                    <a:pt x="3281" y="17877"/>
                  </a:moveTo>
                  <a:lnTo>
                    <a:pt x="1" y="17877"/>
                  </a:lnTo>
                  <a:lnTo>
                    <a:pt x="5779" y="8939"/>
                  </a:lnTo>
                  <a:lnTo>
                    <a:pt x="1"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42"/>
            <p:cNvSpPr/>
            <p:nvPr/>
          </p:nvSpPr>
          <p:spPr>
            <a:xfrm>
              <a:off x="6252550" y="3000800"/>
              <a:ext cx="225750" cy="446925"/>
            </a:xfrm>
            <a:custGeom>
              <a:avLst/>
              <a:gdLst/>
              <a:ahLst/>
              <a:cxnLst/>
              <a:rect l="l" t="t" r="r" b="b"/>
              <a:pathLst>
                <a:path w="9030" h="17877" extrusionOk="0">
                  <a:moveTo>
                    <a:pt x="3251" y="17877"/>
                  </a:moveTo>
                  <a:lnTo>
                    <a:pt x="1" y="17877"/>
                  </a:lnTo>
                  <a:lnTo>
                    <a:pt x="5779" y="8939"/>
                  </a:lnTo>
                  <a:lnTo>
                    <a:pt x="1"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42"/>
            <p:cNvSpPr/>
            <p:nvPr/>
          </p:nvSpPr>
          <p:spPr>
            <a:xfrm>
              <a:off x="6047150" y="3000800"/>
              <a:ext cx="226500" cy="446925"/>
            </a:xfrm>
            <a:custGeom>
              <a:avLst/>
              <a:gdLst/>
              <a:ahLst/>
              <a:cxnLst/>
              <a:rect l="l" t="t" r="r" b="b"/>
              <a:pathLst>
                <a:path w="9060" h="17877" extrusionOk="0">
                  <a:moveTo>
                    <a:pt x="3281" y="17877"/>
                  </a:moveTo>
                  <a:lnTo>
                    <a:pt x="1" y="17877"/>
                  </a:lnTo>
                  <a:lnTo>
                    <a:pt x="5779" y="8939"/>
                  </a:lnTo>
                  <a:lnTo>
                    <a:pt x="1" y="1"/>
                  </a:lnTo>
                  <a:lnTo>
                    <a:pt x="3281" y="1"/>
                  </a:lnTo>
                  <a:lnTo>
                    <a:pt x="905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42"/>
            <p:cNvSpPr/>
            <p:nvPr/>
          </p:nvSpPr>
          <p:spPr>
            <a:xfrm>
              <a:off x="5842525" y="3000800"/>
              <a:ext cx="225725" cy="446925"/>
            </a:xfrm>
            <a:custGeom>
              <a:avLst/>
              <a:gdLst/>
              <a:ahLst/>
              <a:cxnLst/>
              <a:rect l="l" t="t" r="r" b="b"/>
              <a:pathLst>
                <a:path w="9029" h="17877" extrusionOk="0">
                  <a:moveTo>
                    <a:pt x="3280" y="17877"/>
                  </a:moveTo>
                  <a:lnTo>
                    <a:pt x="0" y="17877"/>
                  </a:lnTo>
                  <a:lnTo>
                    <a:pt x="5778" y="8939"/>
                  </a:lnTo>
                  <a:lnTo>
                    <a:pt x="0" y="1"/>
                  </a:lnTo>
                  <a:lnTo>
                    <a:pt x="3280"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42"/>
            <p:cNvSpPr/>
            <p:nvPr/>
          </p:nvSpPr>
          <p:spPr>
            <a:xfrm>
              <a:off x="5637875" y="3000800"/>
              <a:ext cx="225725" cy="446925"/>
            </a:xfrm>
            <a:custGeom>
              <a:avLst/>
              <a:gdLst/>
              <a:ahLst/>
              <a:cxnLst/>
              <a:rect l="l" t="t" r="r" b="b"/>
              <a:pathLst>
                <a:path w="9029" h="17877" extrusionOk="0">
                  <a:moveTo>
                    <a:pt x="3251" y="17877"/>
                  </a:moveTo>
                  <a:lnTo>
                    <a:pt x="0" y="17877"/>
                  </a:lnTo>
                  <a:lnTo>
                    <a:pt x="5748" y="8939"/>
                  </a:lnTo>
                  <a:lnTo>
                    <a:pt x="0"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42"/>
            <p:cNvSpPr/>
            <p:nvPr/>
          </p:nvSpPr>
          <p:spPr>
            <a:xfrm>
              <a:off x="5432475" y="3000800"/>
              <a:ext cx="226475" cy="446925"/>
            </a:xfrm>
            <a:custGeom>
              <a:avLst/>
              <a:gdLst/>
              <a:ahLst/>
              <a:cxnLst/>
              <a:rect l="l" t="t" r="r" b="b"/>
              <a:pathLst>
                <a:path w="9059" h="17877" extrusionOk="0">
                  <a:moveTo>
                    <a:pt x="3281" y="17877"/>
                  </a:moveTo>
                  <a:lnTo>
                    <a:pt x="0" y="17877"/>
                  </a:lnTo>
                  <a:lnTo>
                    <a:pt x="5779" y="8939"/>
                  </a:lnTo>
                  <a:lnTo>
                    <a:pt x="0" y="1"/>
                  </a:lnTo>
                  <a:lnTo>
                    <a:pt x="3281" y="1"/>
                  </a:lnTo>
                  <a:lnTo>
                    <a:pt x="905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42"/>
            <p:cNvSpPr/>
            <p:nvPr/>
          </p:nvSpPr>
          <p:spPr>
            <a:xfrm>
              <a:off x="5227825" y="3000800"/>
              <a:ext cx="225750" cy="446925"/>
            </a:xfrm>
            <a:custGeom>
              <a:avLst/>
              <a:gdLst/>
              <a:ahLst/>
              <a:cxnLst/>
              <a:rect l="l" t="t" r="r" b="b"/>
              <a:pathLst>
                <a:path w="9030" h="17877" extrusionOk="0">
                  <a:moveTo>
                    <a:pt x="3281" y="17877"/>
                  </a:moveTo>
                  <a:lnTo>
                    <a:pt x="1" y="17877"/>
                  </a:lnTo>
                  <a:lnTo>
                    <a:pt x="5779" y="8939"/>
                  </a:lnTo>
                  <a:lnTo>
                    <a:pt x="1"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2" name="Google Shape;42;p42"/>
          <p:cNvSpPr/>
          <p:nvPr/>
        </p:nvSpPr>
        <p:spPr>
          <a:xfrm>
            <a:off x="8087750" y="4243775"/>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42"/>
          <p:cNvSpPr/>
          <p:nvPr/>
        </p:nvSpPr>
        <p:spPr>
          <a:xfrm>
            <a:off x="1260275" y="4604000"/>
            <a:ext cx="207000" cy="2070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42"/>
          <p:cNvSpPr/>
          <p:nvPr/>
        </p:nvSpPr>
        <p:spPr>
          <a:xfrm>
            <a:off x="8587925" y="543000"/>
            <a:ext cx="292800" cy="292800"/>
          </a:xfrm>
          <a:prstGeom prst="mathMultiply">
            <a:avLst>
              <a:gd name="adj1" fmla="val 2352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gradFill>
          <a:gsLst>
            <a:gs pos="0">
              <a:schemeClr val="dk2"/>
            </a:gs>
            <a:gs pos="100000">
              <a:schemeClr val="dk1"/>
            </a:gs>
          </a:gsLst>
          <a:lin ang="10800025" scaled="0"/>
        </a:gradFill>
        <a:effectLst/>
      </p:bgPr>
    </p:bg>
    <p:spTree>
      <p:nvGrpSpPr>
        <p:cNvPr id="1" name="Shape 45"/>
        <p:cNvGrpSpPr/>
        <p:nvPr/>
      </p:nvGrpSpPr>
      <p:grpSpPr>
        <a:xfrm>
          <a:off x="0" y="0"/>
          <a:ext cx="0" cy="0"/>
          <a:chOff x="0" y="0"/>
          <a:chExt cx="0" cy="0"/>
        </a:xfrm>
      </p:grpSpPr>
      <p:sp>
        <p:nvSpPr>
          <p:cNvPr id="46" name="Google Shape;46;p43"/>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47" name="Google Shape;47;p43"/>
          <p:cNvSpPr txBox="1">
            <a:spLocks noGrp="1"/>
          </p:cNvSpPr>
          <p:nvPr>
            <p:ph type="body" idx="1"/>
          </p:nvPr>
        </p:nvSpPr>
        <p:spPr>
          <a:xfrm>
            <a:off x="713100" y="1185131"/>
            <a:ext cx="7717800" cy="339000"/>
          </a:xfrm>
          <a:prstGeom prst="rect">
            <a:avLst/>
          </a:prstGeom>
          <a:noFill/>
          <a:ln>
            <a:noFill/>
          </a:ln>
        </p:spPr>
        <p:txBody>
          <a:bodyPr spcFirstLastPara="1" wrap="square" lIns="91425" tIns="91425" rIns="91425" bIns="91425" anchor="t" anchorCtr="0">
            <a:noAutofit/>
          </a:bodyPr>
          <a:lstStyle>
            <a:lvl1pPr marL="457200" lvl="0" indent="-304800" algn="ctr">
              <a:lnSpc>
                <a:spcPct val="100000"/>
              </a:lnSpc>
              <a:spcBef>
                <a:spcPts val="0"/>
              </a:spcBef>
              <a:spcAft>
                <a:spcPts val="0"/>
              </a:spcAft>
              <a:buClr>
                <a:schemeClr val="lt1"/>
              </a:buClr>
              <a:buSzPts val="1200"/>
              <a:buChar char="●"/>
              <a:defRPr>
                <a:solidFill>
                  <a:schemeClr val="lt1"/>
                </a:solidFill>
              </a:defRPr>
            </a:lvl1pPr>
            <a:lvl2pPr marL="914400" lvl="1" indent="-304800" algn="l">
              <a:lnSpc>
                <a:spcPct val="100000"/>
              </a:lnSpc>
              <a:spcBef>
                <a:spcPts val="0"/>
              </a:spcBef>
              <a:spcAft>
                <a:spcPts val="0"/>
              </a:spcAft>
              <a:buClr>
                <a:schemeClr val="lt1"/>
              </a:buClr>
              <a:buSzPts val="1200"/>
              <a:buChar char="○"/>
              <a:defRPr>
                <a:solidFill>
                  <a:schemeClr val="lt1"/>
                </a:solidFill>
              </a:defRPr>
            </a:lvl2pPr>
            <a:lvl3pPr marL="1371600" lvl="2" indent="-304800" algn="l">
              <a:lnSpc>
                <a:spcPct val="100000"/>
              </a:lnSpc>
              <a:spcBef>
                <a:spcPts val="0"/>
              </a:spcBef>
              <a:spcAft>
                <a:spcPts val="0"/>
              </a:spcAft>
              <a:buClr>
                <a:schemeClr val="lt1"/>
              </a:buClr>
              <a:buSzPts val="1200"/>
              <a:buChar char="■"/>
              <a:defRPr>
                <a:solidFill>
                  <a:schemeClr val="lt1"/>
                </a:solidFill>
              </a:defRPr>
            </a:lvl3pPr>
            <a:lvl4pPr marL="1828800" lvl="3" indent="-304800" algn="l">
              <a:lnSpc>
                <a:spcPct val="100000"/>
              </a:lnSpc>
              <a:spcBef>
                <a:spcPts val="0"/>
              </a:spcBef>
              <a:spcAft>
                <a:spcPts val="0"/>
              </a:spcAft>
              <a:buClr>
                <a:schemeClr val="lt1"/>
              </a:buClr>
              <a:buSzPts val="1200"/>
              <a:buChar char="●"/>
              <a:defRPr>
                <a:solidFill>
                  <a:schemeClr val="lt1"/>
                </a:solidFill>
              </a:defRPr>
            </a:lvl4pPr>
            <a:lvl5pPr marL="2286000" lvl="4" indent="-304800" algn="l">
              <a:lnSpc>
                <a:spcPct val="100000"/>
              </a:lnSpc>
              <a:spcBef>
                <a:spcPts val="0"/>
              </a:spcBef>
              <a:spcAft>
                <a:spcPts val="0"/>
              </a:spcAft>
              <a:buClr>
                <a:schemeClr val="lt1"/>
              </a:buClr>
              <a:buSzPts val="1200"/>
              <a:buChar char="○"/>
              <a:defRPr>
                <a:solidFill>
                  <a:schemeClr val="lt1"/>
                </a:solidFill>
              </a:defRPr>
            </a:lvl5pPr>
            <a:lvl6pPr marL="2743200" lvl="5" indent="-304800" algn="l">
              <a:lnSpc>
                <a:spcPct val="100000"/>
              </a:lnSpc>
              <a:spcBef>
                <a:spcPts val="0"/>
              </a:spcBef>
              <a:spcAft>
                <a:spcPts val="0"/>
              </a:spcAft>
              <a:buClr>
                <a:schemeClr val="lt1"/>
              </a:buClr>
              <a:buSzPts val="1200"/>
              <a:buChar char="■"/>
              <a:defRPr>
                <a:solidFill>
                  <a:schemeClr val="lt1"/>
                </a:solidFill>
              </a:defRPr>
            </a:lvl6pPr>
            <a:lvl7pPr marL="3200400" lvl="6" indent="-304800" algn="l">
              <a:lnSpc>
                <a:spcPct val="100000"/>
              </a:lnSpc>
              <a:spcBef>
                <a:spcPts val="0"/>
              </a:spcBef>
              <a:spcAft>
                <a:spcPts val="0"/>
              </a:spcAft>
              <a:buClr>
                <a:schemeClr val="lt1"/>
              </a:buClr>
              <a:buSzPts val="1200"/>
              <a:buChar char="●"/>
              <a:defRPr>
                <a:solidFill>
                  <a:schemeClr val="lt1"/>
                </a:solidFill>
              </a:defRPr>
            </a:lvl7pPr>
            <a:lvl8pPr marL="3657600" lvl="7" indent="-304800" algn="l">
              <a:lnSpc>
                <a:spcPct val="100000"/>
              </a:lnSpc>
              <a:spcBef>
                <a:spcPts val="0"/>
              </a:spcBef>
              <a:spcAft>
                <a:spcPts val="0"/>
              </a:spcAft>
              <a:buClr>
                <a:schemeClr val="lt1"/>
              </a:buClr>
              <a:buSzPts val="1200"/>
              <a:buChar char="○"/>
              <a:defRPr>
                <a:solidFill>
                  <a:schemeClr val="lt1"/>
                </a:solidFill>
              </a:defRPr>
            </a:lvl8pPr>
            <a:lvl9pPr marL="4114800" lvl="8" indent="-304800" algn="l">
              <a:lnSpc>
                <a:spcPct val="100000"/>
              </a:lnSpc>
              <a:spcBef>
                <a:spcPts val="0"/>
              </a:spcBef>
              <a:spcAft>
                <a:spcPts val="0"/>
              </a:spcAft>
              <a:buClr>
                <a:schemeClr val="lt1"/>
              </a:buClr>
              <a:buSzPts val="1200"/>
              <a:buChar char="■"/>
              <a:defRPr>
                <a:solidFill>
                  <a:schemeClr val="lt1"/>
                </a:solidFill>
              </a:defRPr>
            </a:lvl9pPr>
          </a:lstStyle>
          <a:p>
            <a:endParaRPr/>
          </a:p>
        </p:txBody>
      </p:sp>
      <p:grpSp>
        <p:nvGrpSpPr>
          <p:cNvPr id="48" name="Google Shape;48;p43"/>
          <p:cNvGrpSpPr/>
          <p:nvPr/>
        </p:nvGrpSpPr>
        <p:grpSpPr>
          <a:xfrm rot="5400000">
            <a:off x="8350732" y="1041059"/>
            <a:ext cx="1145952" cy="657282"/>
            <a:chOff x="864825" y="2381600"/>
            <a:chExt cx="802825" cy="460475"/>
          </a:xfrm>
        </p:grpSpPr>
        <p:sp>
          <p:nvSpPr>
            <p:cNvPr id="49" name="Google Shape;49;p43"/>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43"/>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43"/>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43"/>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43"/>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43"/>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43"/>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43"/>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43"/>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43"/>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43"/>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43"/>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43"/>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43"/>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43"/>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43"/>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5" name="Google Shape;65;p43"/>
          <p:cNvSpPr/>
          <p:nvPr/>
        </p:nvSpPr>
        <p:spPr>
          <a:xfrm>
            <a:off x="-466425" y="4426950"/>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43"/>
          <p:cNvSpPr/>
          <p:nvPr/>
        </p:nvSpPr>
        <p:spPr>
          <a:xfrm>
            <a:off x="-300687" y="-553487"/>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43"/>
          <p:cNvSpPr/>
          <p:nvPr/>
        </p:nvSpPr>
        <p:spPr>
          <a:xfrm>
            <a:off x="7723225" y="188775"/>
            <a:ext cx="193200" cy="193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43"/>
          <p:cNvSpPr/>
          <p:nvPr/>
        </p:nvSpPr>
        <p:spPr>
          <a:xfrm>
            <a:off x="8686675" y="4133675"/>
            <a:ext cx="193200" cy="193200"/>
          </a:xfrm>
          <a:prstGeom prst="ellipse">
            <a:avLst/>
          </a:pr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43"/>
          <p:cNvSpPr/>
          <p:nvPr/>
        </p:nvSpPr>
        <p:spPr>
          <a:xfrm>
            <a:off x="4112475" y="4692600"/>
            <a:ext cx="292800" cy="292800"/>
          </a:xfrm>
          <a:prstGeom prst="mathMultiply">
            <a:avLst>
              <a:gd name="adj1" fmla="val 2352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BLANK_1">
    <p:bg>
      <p:bgPr>
        <a:gradFill>
          <a:gsLst>
            <a:gs pos="0">
              <a:schemeClr val="dk2"/>
            </a:gs>
            <a:gs pos="100000">
              <a:schemeClr val="dk1"/>
            </a:gs>
          </a:gsLst>
          <a:lin ang="10800025" scaled="0"/>
        </a:gradFill>
        <a:effectLst/>
      </p:bgPr>
    </p:bg>
    <p:spTree>
      <p:nvGrpSpPr>
        <p:cNvPr id="1" name="Shape 70"/>
        <p:cNvGrpSpPr/>
        <p:nvPr/>
      </p:nvGrpSpPr>
      <p:grpSpPr>
        <a:xfrm>
          <a:off x="0" y="0"/>
          <a:ext cx="0" cy="0"/>
          <a:chOff x="0" y="0"/>
          <a:chExt cx="0" cy="0"/>
        </a:xfrm>
      </p:grpSpPr>
      <p:sp>
        <p:nvSpPr>
          <p:cNvPr id="71" name="Google Shape;71;p44"/>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44"/>
          <p:cNvSpPr txBox="1">
            <a:spLocks noGrp="1"/>
          </p:cNvSpPr>
          <p:nvPr>
            <p:ph type="title" idx="2"/>
          </p:nvPr>
        </p:nvSpPr>
        <p:spPr>
          <a:xfrm>
            <a:off x="1238850" y="1651364"/>
            <a:ext cx="1404300" cy="572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i="1">
                <a:solidFill>
                  <a:schemeClr val="accent1"/>
                </a:solidFill>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a:endParaRPr/>
          </a:p>
        </p:txBody>
      </p:sp>
      <p:sp>
        <p:nvSpPr>
          <p:cNvPr id="73" name="Google Shape;73;p44"/>
          <p:cNvSpPr txBox="1">
            <a:spLocks noGrp="1"/>
          </p:cNvSpPr>
          <p:nvPr>
            <p:ph type="subTitle" idx="1"/>
          </p:nvPr>
        </p:nvSpPr>
        <p:spPr>
          <a:xfrm>
            <a:off x="713100" y="2281800"/>
            <a:ext cx="2455800" cy="429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74" name="Google Shape;74;p44"/>
          <p:cNvSpPr txBox="1">
            <a:spLocks noGrp="1"/>
          </p:cNvSpPr>
          <p:nvPr>
            <p:ph type="title" idx="3"/>
          </p:nvPr>
        </p:nvSpPr>
        <p:spPr>
          <a:xfrm>
            <a:off x="3907950" y="1651364"/>
            <a:ext cx="1404300" cy="572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i="1">
                <a:solidFill>
                  <a:schemeClr val="accent1"/>
                </a:solidFill>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a:endParaRPr/>
          </a:p>
        </p:txBody>
      </p:sp>
      <p:sp>
        <p:nvSpPr>
          <p:cNvPr id="75" name="Google Shape;75;p44"/>
          <p:cNvSpPr txBox="1">
            <a:spLocks noGrp="1"/>
          </p:cNvSpPr>
          <p:nvPr>
            <p:ph type="subTitle" idx="4"/>
          </p:nvPr>
        </p:nvSpPr>
        <p:spPr>
          <a:xfrm>
            <a:off x="3382200" y="2281800"/>
            <a:ext cx="2455800" cy="429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76" name="Google Shape;76;p44"/>
          <p:cNvSpPr txBox="1">
            <a:spLocks noGrp="1"/>
          </p:cNvSpPr>
          <p:nvPr>
            <p:ph type="title" idx="5"/>
          </p:nvPr>
        </p:nvSpPr>
        <p:spPr>
          <a:xfrm>
            <a:off x="6500850" y="1651364"/>
            <a:ext cx="1404300" cy="572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i="1">
                <a:solidFill>
                  <a:schemeClr val="accent1"/>
                </a:solidFill>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a:endParaRPr/>
          </a:p>
        </p:txBody>
      </p:sp>
      <p:sp>
        <p:nvSpPr>
          <p:cNvPr id="77" name="Google Shape;77;p44"/>
          <p:cNvSpPr txBox="1">
            <a:spLocks noGrp="1"/>
          </p:cNvSpPr>
          <p:nvPr>
            <p:ph type="subTitle" idx="6"/>
          </p:nvPr>
        </p:nvSpPr>
        <p:spPr>
          <a:xfrm>
            <a:off x="5975100" y="2281800"/>
            <a:ext cx="2455800" cy="429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78" name="Google Shape;78;p44"/>
          <p:cNvSpPr txBox="1">
            <a:spLocks noGrp="1"/>
          </p:cNvSpPr>
          <p:nvPr>
            <p:ph type="title" idx="7"/>
          </p:nvPr>
        </p:nvSpPr>
        <p:spPr>
          <a:xfrm>
            <a:off x="1238850" y="3153589"/>
            <a:ext cx="1404300" cy="572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i="1">
                <a:solidFill>
                  <a:schemeClr val="accent1"/>
                </a:solidFill>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a:endParaRPr/>
          </a:p>
        </p:txBody>
      </p:sp>
      <p:sp>
        <p:nvSpPr>
          <p:cNvPr id="79" name="Google Shape;79;p44"/>
          <p:cNvSpPr txBox="1">
            <a:spLocks noGrp="1"/>
          </p:cNvSpPr>
          <p:nvPr>
            <p:ph type="subTitle" idx="8"/>
          </p:nvPr>
        </p:nvSpPr>
        <p:spPr>
          <a:xfrm>
            <a:off x="713100" y="3784025"/>
            <a:ext cx="2455800" cy="429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80" name="Google Shape;80;p44"/>
          <p:cNvSpPr txBox="1">
            <a:spLocks noGrp="1"/>
          </p:cNvSpPr>
          <p:nvPr>
            <p:ph type="title" idx="9"/>
          </p:nvPr>
        </p:nvSpPr>
        <p:spPr>
          <a:xfrm>
            <a:off x="3907950" y="3153589"/>
            <a:ext cx="1404300" cy="572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i="1">
                <a:solidFill>
                  <a:schemeClr val="accent1"/>
                </a:solidFill>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a:endParaRPr/>
          </a:p>
        </p:txBody>
      </p:sp>
      <p:sp>
        <p:nvSpPr>
          <p:cNvPr id="81" name="Google Shape;81;p44"/>
          <p:cNvSpPr txBox="1">
            <a:spLocks noGrp="1"/>
          </p:cNvSpPr>
          <p:nvPr>
            <p:ph type="subTitle" idx="13"/>
          </p:nvPr>
        </p:nvSpPr>
        <p:spPr>
          <a:xfrm>
            <a:off x="3382200" y="3784025"/>
            <a:ext cx="2455800" cy="429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82" name="Google Shape;82;p44"/>
          <p:cNvSpPr txBox="1">
            <a:spLocks noGrp="1"/>
          </p:cNvSpPr>
          <p:nvPr>
            <p:ph type="title" idx="14"/>
          </p:nvPr>
        </p:nvSpPr>
        <p:spPr>
          <a:xfrm>
            <a:off x="6500850" y="3153589"/>
            <a:ext cx="1404300" cy="572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i="1">
                <a:solidFill>
                  <a:schemeClr val="accent1"/>
                </a:solidFill>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a:endParaRPr/>
          </a:p>
        </p:txBody>
      </p:sp>
      <p:sp>
        <p:nvSpPr>
          <p:cNvPr id="83" name="Google Shape;83;p44"/>
          <p:cNvSpPr txBox="1">
            <a:spLocks noGrp="1"/>
          </p:cNvSpPr>
          <p:nvPr>
            <p:ph type="subTitle" idx="15"/>
          </p:nvPr>
        </p:nvSpPr>
        <p:spPr>
          <a:xfrm>
            <a:off x="5975100" y="3784025"/>
            <a:ext cx="2455800" cy="429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84" name="Google Shape;84;p44"/>
          <p:cNvSpPr/>
          <p:nvPr/>
        </p:nvSpPr>
        <p:spPr>
          <a:xfrm rot="10800000" flipH="1">
            <a:off x="-505650" y="3798688"/>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5" name="Google Shape;85;p44"/>
          <p:cNvGrpSpPr/>
          <p:nvPr/>
        </p:nvGrpSpPr>
        <p:grpSpPr>
          <a:xfrm>
            <a:off x="1717667" y="-258653"/>
            <a:ext cx="1145952" cy="657282"/>
            <a:chOff x="864825" y="2381600"/>
            <a:chExt cx="802825" cy="460475"/>
          </a:xfrm>
        </p:grpSpPr>
        <p:sp>
          <p:nvSpPr>
            <p:cNvPr id="86" name="Google Shape;86;p44"/>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44"/>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44"/>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44"/>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44"/>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44"/>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44"/>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44"/>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44"/>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44"/>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44"/>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44"/>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44"/>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44"/>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44"/>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44"/>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2" name="Google Shape;102;p44"/>
          <p:cNvGrpSpPr/>
          <p:nvPr/>
        </p:nvGrpSpPr>
        <p:grpSpPr>
          <a:xfrm rot="5400000">
            <a:off x="8323667" y="3930984"/>
            <a:ext cx="1145952" cy="657282"/>
            <a:chOff x="864825" y="2381600"/>
            <a:chExt cx="802825" cy="460475"/>
          </a:xfrm>
        </p:grpSpPr>
        <p:sp>
          <p:nvSpPr>
            <p:cNvPr id="103" name="Google Shape;103;p44"/>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44"/>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44"/>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44"/>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44"/>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44"/>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44"/>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44"/>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44"/>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44"/>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44"/>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44"/>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44"/>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44"/>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44"/>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44"/>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19" name="Google Shape;119;p44"/>
          <p:cNvSpPr/>
          <p:nvPr/>
        </p:nvSpPr>
        <p:spPr>
          <a:xfrm>
            <a:off x="8207225" y="-491187"/>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44"/>
          <p:cNvSpPr/>
          <p:nvPr/>
        </p:nvSpPr>
        <p:spPr>
          <a:xfrm>
            <a:off x="4112475" y="4692600"/>
            <a:ext cx="292800" cy="292800"/>
          </a:xfrm>
          <a:prstGeom prst="mathMultiply">
            <a:avLst>
              <a:gd name="adj1" fmla="val 2352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44"/>
          <p:cNvSpPr/>
          <p:nvPr/>
        </p:nvSpPr>
        <p:spPr>
          <a:xfrm>
            <a:off x="8568000" y="1458175"/>
            <a:ext cx="193200" cy="193200"/>
          </a:xfrm>
          <a:prstGeom prst="ellipse">
            <a:avLst/>
          </a:pr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44"/>
          <p:cNvSpPr/>
          <p:nvPr/>
        </p:nvSpPr>
        <p:spPr>
          <a:xfrm>
            <a:off x="286400" y="1033700"/>
            <a:ext cx="193200" cy="193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gradFill>
          <a:gsLst>
            <a:gs pos="0">
              <a:schemeClr val="dk2"/>
            </a:gs>
            <a:gs pos="100000">
              <a:schemeClr val="dk1"/>
            </a:gs>
          </a:gsLst>
          <a:lin ang="10800025" scaled="0"/>
        </a:gradFill>
        <a:effectLst/>
      </p:bgPr>
    </p:bg>
    <p:spTree>
      <p:nvGrpSpPr>
        <p:cNvPr id="1" name="Shape 123"/>
        <p:cNvGrpSpPr/>
        <p:nvPr/>
      </p:nvGrpSpPr>
      <p:grpSpPr>
        <a:xfrm>
          <a:off x="0" y="0"/>
          <a:ext cx="0" cy="0"/>
          <a:chOff x="0" y="0"/>
          <a:chExt cx="0" cy="0"/>
        </a:xfrm>
      </p:grpSpPr>
      <p:sp>
        <p:nvSpPr>
          <p:cNvPr id="124" name="Google Shape;124;p45"/>
          <p:cNvSpPr txBox="1">
            <a:spLocks noGrp="1"/>
          </p:cNvSpPr>
          <p:nvPr>
            <p:ph type="title"/>
          </p:nvPr>
        </p:nvSpPr>
        <p:spPr>
          <a:xfrm>
            <a:off x="713100" y="1105200"/>
            <a:ext cx="4727100" cy="973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125" name="Google Shape;125;p45"/>
          <p:cNvSpPr txBox="1">
            <a:spLocks noGrp="1"/>
          </p:cNvSpPr>
          <p:nvPr>
            <p:ph type="subTitle" idx="1"/>
          </p:nvPr>
        </p:nvSpPr>
        <p:spPr>
          <a:xfrm>
            <a:off x="713100" y="2079000"/>
            <a:ext cx="4727100" cy="1959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accent1"/>
              </a:buClr>
              <a:buSzPts val="1200"/>
              <a:buFont typeface="Barlow"/>
              <a:buAutoNum type="arabicPeriod"/>
              <a:defRPr>
                <a:solidFill>
                  <a:schemeClr val="lt1"/>
                </a:solidFill>
              </a:defRPr>
            </a:lvl1pPr>
            <a:lvl2pPr lvl="1" algn="ctr">
              <a:lnSpc>
                <a:spcPct val="100000"/>
              </a:lnSpc>
              <a:spcBef>
                <a:spcPts val="0"/>
              </a:spcBef>
              <a:spcAft>
                <a:spcPts val="0"/>
              </a:spcAft>
              <a:buClr>
                <a:schemeClr val="dk1"/>
              </a:buClr>
              <a:buSzPts val="1200"/>
              <a:buAutoNum type="alphaLcPeriod"/>
              <a:defRPr>
                <a:solidFill>
                  <a:schemeClr val="dk1"/>
                </a:solidFill>
              </a:defRPr>
            </a:lvl2pPr>
            <a:lvl3pPr lvl="2" algn="ctr">
              <a:lnSpc>
                <a:spcPct val="100000"/>
              </a:lnSpc>
              <a:spcBef>
                <a:spcPts val="0"/>
              </a:spcBef>
              <a:spcAft>
                <a:spcPts val="0"/>
              </a:spcAft>
              <a:buClr>
                <a:schemeClr val="dk1"/>
              </a:buClr>
              <a:buSzPts val="1200"/>
              <a:buAutoNum type="romanLcPeriod"/>
              <a:defRPr>
                <a:solidFill>
                  <a:schemeClr val="dk1"/>
                </a:solidFill>
              </a:defRPr>
            </a:lvl3pPr>
            <a:lvl4pPr lvl="3" algn="ctr">
              <a:lnSpc>
                <a:spcPct val="100000"/>
              </a:lnSpc>
              <a:spcBef>
                <a:spcPts val="0"/>
              </a:spcBef>
              <a:spcAft>
                <a:spcPts val="0"/>
              </a:spcAft>
              <a:buClr>
                <a:schemeClr val="dk1"/>
              </a:buClr>
              <a:buSzPts val="1200"/>
              <a:buAutoNum type="arabicPeriod"/>
              <a:defRPr>
                <a:solidFill>
                  <a:schemeClr val="dk1"/>
                </a:solidFill>
              </a:defRPr>
            </a:lvl4pPr>
            <a:lvl5pPr lvl="4" algn="ctr">
              <a:lnSpc>
                <a:spcPct val="100000"/>
              </a:lnSpc>
              <a:spcBef>
                <a:spcPts val="0"/>
              </a:spcBef>
              <a:spcAft>
                <a:spcPts val="0"/>
              </a:spcAft>
              <a:buClr>
                <a:schemeClr val="dk1"/>
              </a:buClr>
              <a:buSzPts val="1200"/>
              <a:buAutoNum type="alphaLcPeriod"/>
              <a:defRPr>
                <a:solidFill>
                  <a:schemeClr val="dk1"/>
                </a:solidFill>
              </a:defRPr>
            </a:lvl5pPr>
            <a:lvl6pPr lvl="5" algn="ctr">
              <a:lnSpc>
                <a:spcPct val="100000"/>
              </a:lnSpc>
              <a:spcBef>
                <a:spcPts val="0"/>
              </a:spcBef>
              <a:spcAft>
                <a:spcPts val="0"/>
              </a:spcAft>
              <a:buClr>
                <a:schemeClr val="dk1"/>
              </a:buClr>
              <a:buSzPts val="1200"/>
              <a:buAutoNum type="romanLcPeriod"/>
              <a:defRPr>
                <a:solidFill>
                  <a:schemeClr val="dk1"/>
                </a:solidFill>
              </a:defRPr>
            </a:lvl6pPr>
            <a:lvl7pPr lvl="6" algn="ctr">
              <a:lnSpc>
                <a:spcPct val="100000"/>
              </a:lnSpc>
              <a:spcBef>
                <a:spcPts val="0"/>
              </a:spcBef>
              <a:spcAft>
                <a:spcPts val="0"/>
              </a:spcAft>
              <a:buClr>
                <a:schemeClr val="dk1"/>
              </a:buClr>
              <a:buSzPts val="1200"/>
              <a:buAutoNum type="arabicPeriod"/>
              <a:defRPr>
                <a:solidFill>
                  <a:schemeClr val="dk1"/>
                </a:solidFill>
              </a:defRPr>
            </a:lvl7pPr>
            <a:lvl8pPr lvl="7" algn="ctr">
              <a:lnSpc>
                <a:spcPct val="100000"/>
              </a:lnSpc>
              <a:spcBef>
                <a:spcPts val="0"/>
              </a:spcBef>
              <a:spcAft>
                <a:spcPts val="0"/>
              </a:spcAft>
              <a:buClr>
                <a:schemeClr val="dk1"/>
              </a:buClr>
              <a:buSzPts val="1200"/>
              <a:buAutoNum type="alphaLcPeriod"/>
              <a:defRPr>
                <a:solidFill>
                  <a:schemeClr val="dk1"/>
                </a:solidFill>
              </a:defRPr>
            </a:lvl8pPr>
            <a:lvl9pPr lvl="8" algn="ctr">
              <a:lnSpc>
                <a:spcPct val="100000"/>
              </a:lnSpc>
              <a:spcBef>
                <a:spcPts val="0"/>
              </a:spcBef>
              <a:spcAft>
                <a:spcPts val="0"/>
              </a:spcAft>
              <a:buClr>
                <a:schemeClr val="dk1"/>
              </a:buClr>
              <a:buSzPts val="1200"/>
              <a:buAutoNum type="romanLcPeriod"/>
              <a:defRPr>
                <a:solidFill>
                  <a:schemeClr val="dk1"/>
                </a:solidFill>
              </a:defRPr>
            </a:lvl9pPr>
          </a:lstStyle>
          <a:p>
            <a:endParaRPr/>
          </a:p>
        </p:txBody>
      </p:sp>
      <p:sp>
        <p:nvSpPr>
          <p:cNvPr id="126" name="Google Shape;126;p45"/>
          <p:cNvSpPr>
            <a:spLocks noGrp="1"/>
          </p:cNvSpPr>
          <p:nvPr>
            <p:ph type="pic" idx="2"/>
          </p:nvPr>
        </p:nvSpPr>
        <p:spPr>
          <a:xfrm>
            <a:off x="5778475" y="1303825"/>
            <a:ext cx="2652300" cy="2652600"/>
          </a:xfrm>
          <a:prstGeom prst="ellipse">
            <a:avLst/>
          </a:prstGeom>
          <a:noFill/>
          <a:ln w="19050" cap="flat" cmpd="sng">
            <a:solidFill>
              <a:schemeClr val="lt1"/>
            </a:solidFill>
            <a:prstDash val="solid"/>
            <a:round/>
            <a:headEnd type="none" w="sm" len="sm"/>
            <a:tailEnd type="none" w="sm" len="sm"/>
          </a:ln>
        </p:spPr>
      </p:sp>
      <p:grpSp>
        <p:nvGrpSpPr>
          <p:cNvPr id="127" name="Google Shape;127;p45"/>
          <p:cNvGrpSpPr/>
          <p:nvPr/>
        </p:nvGrpSpPr>
        <p:grpSpPr>
          <a:xfrm>
            <a:off x="1398217" y="-151666"/>
            <a:ext cx="1145952" cy="657282"/>
            <a:chOff x="864825" y="2381600"/>
            <a:chExt cx="802825" cy="460475"/>
          </a:xfrm>
        </p:grpSpPr>
        <p:sp>
          <p:nvSpPr>
            <p:cNvPr id="128" name="Google Shape;128;p45"/>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45"/>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45"/>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45"/>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45"/>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45"/>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45"/>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45"/>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45"/>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p45"/>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45"/>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 name="Google Shape;139;p45"/>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45"/>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45"/>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45"/>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p45"/>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4" name="Google Shape;144;p45"/>
          <p:cNvSpPr/>
          <p:nvPr/>
        </p:nvSpPr>
        <p:spPr>
          <a:xfrm>
            <a:off x="8570876" y="-588487"/>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45"/>
          <p:cNvSpPr/>
          <p:nvPr/>
        </p:nvSpPr>
        <p:spPr>
          <a:xfrm rot="10800000" flipH="1">
            <a:off x="-495949" y="3798688"/>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45"/>
          <p:cNvSpPr/>
          <p:nvPr/>
        </p:nvSpPr>
        <p:spPr>
          <a:xfrm>
            <a:off x="2116675" y="4694300"/>
            <a:ext cx="193200" cy="193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7" name="Google Shape;147;p45"/>
          <p:cNvGrpSpPr/>
          <p:nvPr/>
        </p:nvGrpSpPr>
        <p:grpSpPr>
          <a:xfrm flipH="1">
            <a:off x="3944138" y="4795559"/>
            <a:ext cx="2743076" cy="657293"/>
            <a:chOff x="5227825" y="3000800"/>
            <a:chExt cx="1865150" cy="446925"/>
          </a:xfrm>
        </p:grpSpPr>
        <p:sp>
          <p:nvSpPr>
            <p:cNvPr id="148" name="Google Shape;148;p45"/>
            <p:cNvSpPr/>
            <p:nvPr/>
          </p:nvSpPr>
          <p:spPr>
            <a:xfrm>
              <a:off x="6867250" y="3000800"/>
              <a:ext cx="225725" cy="446925"/>
            </a:xfrm>
            <a:custGeom>
              <a:avLst/>
              <a:gdLst/>
              <a:ahLst/>
              <a:cxnLst/>
              <a:rect l="l" t="t" r="r" b="b"/>
              <a:pathLst>
                <a:path w="9029" h="17877" extrusionOk="0">
                  <a:moveTo>
                    <a:pt x="3281" y="17877"/>
                  </a:moveTo>
                  <a:lnTo>
                    <a:pt x="0" y="17877"/>
                  </a:lnTo>
                  <a:lnTo>
                    <a:pt x="5778" y="8939"/>
                  </a:lnTo>
                  <a:lnTo>
                    <a:pt x="0"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45"/>
            <p:cNvSpPr/>
            <p:nvPr/>
          </p:nvSpPr>
          <p:spPr>
            <a:xfrm>
              <a:off x="6662600" y="3000800"/>
              <a:ext cx="225725" cy="446925"/>
            </a:xfrm>
            <a:custGeom>
              <a:avLst/>
              <a:gdLst/>
              <a:ahLst/>
              <a:cxnLst/>
              <a:rect l="l" t="t" r="r" b="b"/>
              <a:pathLst>
                <a:path w="9029" h="17877" extrusionOk="0">
                  <a:moveTo>
                    <a:pt x="3251" y="17877"/>
                  </a:moveTo>
                  <a:lnTo>
                    <a:pt x="0" y="17877"/>
                  </a:lnTo>
                  <a:lnTo>
                    <a:pt x="5749" y="8939"/>
                  </a:lnTo>
                  <a:lnTo>
                    <a:pt x="0"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45"/>
            <p:cNvSpPr/>
            <p:nvPr/>
          </p:nvSpPr>
          <p:spPr>
            <a:xfrm>
              <a:off x="6457200" y="3000800"/>
              <a:ext cx="225725" cy="446925"/>
            </a:xfrm>
            <a:custGeom>
              <a:avLst/>
              <a:gdLst/>
              <a:ahLst/>
              <a:cxnLst/>
              <a:rect l="l" t="t" r="r" b="b"/>
              <a:pathLst>
                <a:path w="9029" h="17877" extrusionOk="0">
                  <a:moveTo>
                    <a:pt x="3281" y="17877"/>
                  </a:moveTo>
                  <a:lnTo>
                    <a:pt x="1" y="17877"/>
                  </a:lnTo>
                  <a:lnTo>
                    <a:pt x="5779" y="8939"/>
                  </a:lnTo>
                  <a:lnTo>
                    <a:pt x="1"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45"/>
            <p:cNvSpPr/>
            <p:nvPr/>
          </p:nvSpPr>
          <p:spPr>
            <a:xfrm>
              <a:off x="6252550" y="3000800"/>
              <a:ext cx="225750" cy="446925"/>
            </a:xfrm>
            <a:custGeom>
              <a:avLst/>
              <a:gdLst/>
              <a:ahLst/>
              <a:cxnLst/>
              <a:rect l="l" t="t" r="r" b="b"/>
              <a:pathLst>
                <a:path w="9030" h="17877" extrusionOk="0">
                  <a:moveTo>
                    <a:pt x="3251" y="17877"/>
                  </a:moveTo>
                  <a:lnTo>
                    <a:pt x="1" y="17877"/>
                  </a:lnTo>
                  <a:lnTo>
                    <a:pt x="5779" y="8939"/>
                  </a:lnTo>
                  <a:lnTo>
                    <a:pt x="1"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45"/>
            <p:cNvSpPr/>
            <p:nvPr/>
          </p:nvSpPr>
          <p:spPr>
            <a:xfrm>
              <a:off x="6047150" y="3000800"/>
              <a:ext cx="226500" cy="446925"/>
            </a:xfrm>
            <a:custGeom>
              <a:avLst/>
              <a:gdLst/>
              <a:ahLst/>
              <a:cxnLst/>
              <a:rect l="l" t="t" r="r" b="b"/>
              <a:pathLst>
                <a:path w="9060" h="17877" extrusionOk="0">
                  <a:moveTo>
                    <a:pt x="3281" y="17877"/>
                  </a:moveTo>
                  <a:lnTo>
                    <a:pt x="1" y="17877"/>
                  </a:lnTo>
                  <a:lnTo>
                    <a:pt x="5779" y="8939"/>
                  </a:lnTo>
                  <a:lnTo>
                    <a:pt x="1" y="1"/>
                  </a:lnTo>
                  <a:lnTo>
                    <a:pt x="3281" y="1"/>
                  </a:lnTo>
                  <a:lnTo>
                    <a:pt x="905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45"/>
            <p:cNvSpPr/>
            <p:nvPr/>
          </p:nvSpPr>
          <p:spPr>
            <a:xfrm>
              <a:off x="5842525" y="3000800"/>
              <a:ext cx="225725" cy="446925"/>
            </a:xfrm>
            <a:custGeom>
              <a:avLst/>
              <a:gdLst/>
              <a:ahLst/>
              <a:cxnLst/>
              <a:rect l="l" t="t" r="r" b="b"/>
              <a:pathLst>
                <a:path w="9029" h="17877" extrusionOk="0">
                  <a:moveTo>
                    <a:pt x="3280" y="17877"/>
                  </a:moveTo>
                  <a:lnTo>
                    <a:pt x="0" y="17877"/>
                  </a:lnTo>
                  <a:lnTo>
                    <a:pt x="5778" y="8939"/>
                  </a:lnTo>
                  <a:lnTo>
                    <a:pt x="0" y="1"/>
                  </a:lnTo>
                  <a:lnTo>
                    <a:pt x="3280"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45"/>
            <p:cNvSpPr/>
            <p:nvPr/>
          </p:nvSpPr>
          <p:spPr>
            <a:xfrm>
              <a:off x="5637875" y="3000800"/>
              <a:ext cx="225725" cy="446925"/>
            </a:xfrm>
            <a:custGeom>
              <a:avLst/>
              <a:gdLst/>
              <a:ahLst/>
              <a:cxnLst/>
              <a:rect l="l" t="t" r="r" b="b"/>
              <a:pathLst>
                <a:path w="9029" h="17877" extrusionOk="0">
                  <a:moveTo>
                    <a:pt x="3251" y="17877"/>
                  </a:moveTo>
                  <a:lnTo>
                    <a:pt x="0" y="17877"/>
                  </a:lnTo>
                  <a:lnTo>
                    <a:pt x="5748" y="8939"/>
                  </a:lnTo>
                  <a:lnTo>
                    <a:pt x="0"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45"/>
            <p:cNvSpPr/>
            <p:nvPr/>
          </p:nvSpPr>
          <p:spPr>
            <a:xfrm>
              <a:off x="5432475" y="3000800"/>
              <a:ext cx="226475" cy="446925"/>
            </a:xfrm>
            <a:custGeom>
              <a:avLst/>
              <a:gdLst/>
              <a:ahLst/>
              <a:cxnLst/>
              <a:rect l="l" t="t" r="r" b="b"/>
              <a:pathLst>
                <a:path w="9059" h="17877" extrusionOk="0">
                  <a:moveTo>
                    <a:pt x="3281" y="17877"/>
                  </a:moveTo>
                  <a:lnTo>
                    <a:pt x="0" y="17877"/>
                  </a:lnTo>
                  <a:lnTo>
                    <a:pt x="5779" y="8939"/>
                  </a:lnTo>
                  <a:lnTo>
                    <a:pt x="0" y="1"/>
                  </a:lnTo>
                  <a:lnTo>
                    <a:pt x="3281" y="1"/>
                  </a:lnTo>
                  <a:lnTo>
                    <a:pt x="905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45"/>
            <p:cNvSpPr/>
            <p:nvPr/>
          </p:nvSpPr>
          <p:spPr>
            <a:xfrm>
              <a:off x="5227825" y="3000800"/>
              <a:ext cx="225750" cy="446925"/>
            </a:xfrm>
            <a:custGeom>
              <a:avLst/>
              <a:gdLst/>
              <a:ahLst/>
              <a:cxnLst/>
              <a:rect l="l" t="t" r="r" b="b"/>
              <a:pathLst>
                <a:path w="9030" h="17877" extrusionOk="0">
                  <a:moveTo>
                    <a:pt x="3281" y="17877"/>
                  </a:moveTo>
                  <a:lnTo>
                    <a:pt x="1" y="17877"/>
                  </a:lnTo>
                  <a:lnTo>
                    <a:pt x="5779" y="8939"/>
                  </a:lnTo>
                  <a:lnTo>
                    <a:pt x="1"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7" name="Google Shape;157;p45"/>
          <p:cNvSpPr/>
          <p:nvPr/>
        </p:nvSpPr>
        <p:spPr>
          <a:xfrm>
            <a:off x="8087750" y="4243775"/>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p45"/>
          <p:cNvSpPr/>
          <p:nvPr/>
        </p:nvSpPr>
        <p:spPr>
          <a:xfrm>
            <a:off x="8570875" y="1334700"/>
            <a:ext cx="207000" cy="2070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45"/>
          <p:cNvSpPr/>
          <p:nvPr/>
        </p:nvSpPr>
        <p:spPr>
          <a:xfrm>
            <a:off x="258575" y="2425350"/>
            <a:ext cx="292800" cy="292800"/>
          </a:xfrm>
          <a:prstGeom prst="mathMultiply">
            <a:avLst>
              <a:gd name="adj1" fmla="val 2352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p45"/>
          <p:cNvSpPr/>
          <p:nvPr/>
        </p:nvSpPr>
        <p:spPr>
          <a:xfrm>
            <a:off x="5460925" y="211600"/>
            <a:ext cx="193200" cy="193200"/>
          </a:xfrm>
          <a:prstGeom prst="ellipse">
            <a:avLst/>
          </a:pr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dk2"/>
            </a:gs>
            <a:gs pos="100000">
              <a:schemeClr val="dk1"/>
            </a:gs>
          </a:gsLst>
          <a:lin ang="10800025" scaled="0"/>
        </a:gradFill>
        <a:effectLst/>
      </p:bgPr>
    </p:bg>
    <p:spTree>
      <p:nvGrpSpPr>
        <p:cNvPr id="1" name="Shape 161"/>
        <p:cNvGrpSpPr/>
        <p:nvPr/>
      </p:nvGrpSpPr>
      <p:grpSpPr>
        <a:xfrm>
          <a:off x="0" y="0"/>
          <a:ext cx="0" cy="0"/>
          <a:chOff x="0" y="0"/>
          <a:chExt cx="0" cy="0"/>
        </a:xfrm>
      </p:grpSpPr>
      <p:sp>
        <p:nvSpPr>
          <p:cNvPr id="162" name="Google Shape;162;p46"/>
          <p:cNvSpPr txBox="1">
            <a:spLocks noGrp="1"/>
          </p:cNvSpPr>
          <p:nvPr>
            <p:ph type="title"/>
          </p:nvPr>
        </p:nvSpPr>
        <p:spPr>
          <a:xfrm>
            <a:off x="3815500" y="2218050"/>
            <a:ext cx="4615500" cy="16206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4400"/>
              <a:buNone/>
              <a:defRPr sz="4000">
                <a:solidFill>
                  <a:schemeClr val="lt1"/>
                </a:solidFill>
              </a:defRPr>
            </a:lvl1pPr>
            <a:lvl2pPr lvl="1" algn="r">
              <a:lnSpc>
                <a:spcPct val="100000"/>
              </a:lnSpc>
              <a:spcBef>
                <a:spcPts val="0"/>
              </a:spcBef>
              <a:spcAft>
                <a:spcPts val="0"/>
              </a:spcAft>
              <a:buClr>
                <a:schemeClr val="lt1"/>
              </a:buClr>
              <a:buSzPts val="4400"/>
              <a:buNone/>
              <a:defRPr sz="4400">
                <a:solidFill>
                  <a:schemeClr val="lt1"/>
                </a:solidFill>
              </a:defRPr>
            </a:lvl2pPr>
            <a:lvl3pPr lvl="2" algn="r">
              <a:lnSpc>
                <a:spcPct val="100000"/>
              </a:lnSpc>
              <a:spcBef>
                <a:spcPts val="0"/>
              </a:spcBef>
              <a:spcAft>
                <a:spcPts val="0"/>
              </a:spcAft>
              <a:buClr>
                <a:schemeClr val="lt1"/>
              </a:buClr>
              <a:buSzPts val="4400"/>
              <a:buNone/>
              <a:defRPr sz="4400">
                <a:solidFill>
                  <a:schemeClr val="lt1"/>
                </a:solidFill>
              </a:defRPr>
            </a:lvl3pPr>
            <a:lvl4pPr lvl="3" algn="r">
              <a:lnSpc>
                <a:spcPct val="100000"/>
              </a:lnSpc>
              <a:spcBef>
                <a:spcPts val="0"/>
              </a:spcBef>
              <a:spcAft>
                <a:spcPts val="0"/>
              </a:spcAft>
              <a:buClr>
                <a:schemeClr val="lt1"/>
              </a:buClr>
              <a:buSzPts val="4400"/>
              <a:buNone/>
              <a:defRPr sz="4400">
                <a:solidFill>
                  <a:schemeClr val="lt1"/>
                </a:solidFill>
              </a:defRPr>
            </a:lvl4pPr>
            <a:lvl5pPr lvl="4" algn="r">
              <a:lnSpc>
                <a:spcPct val="100000"/>
              </a:lnSpc>
              <a:spcBef>
                <a:spcPts val="0"/>
              </a:spcBef>
              <a:spcAft>
                <a:spcPts val="0"/>
              </a:spcAft>
              <a:buClr>
                <a:schemeClr val="lt1"/>
              </a:buClr>
              <a:buSzPts val="4400"/>
              <a:buNone/>
              <a:defRPr sz="4400">
                <a:solidFill>
                  <a:schemeClr val="lt1"/>
                </a:solidFill>
              </a:defRPr>
            </a:lvl5pPr>
            <a:lvl6pPr lvl="5" algn="r">
              <a:lnSpc>
                <a:spcPct val="100000"/>
              </a:lnSpc>
              <a:spcBef>
                <a:spcPts val="0"/>
              </a:spcBef>
              <a:spcAft>
                <a:spcPts val="0"/>
              </a:spcAft>
              <a:buClr>
                <a:schemeClr val="lt1"/>
              </a:buClr>
              <a:buSzPts val="4400"/>
              <a:buNone/>
              <a:defRPr sz="4400">
                <a:solidFill>
                  <a:schemeClr val="lt1"/>
                </a:solidFill>
              </a:defRPr>
            </a:lvl6pPr>
            <a:lvl7pPr lvl="6" algn="r">
              <a:lnSpc>
                <a:spcPct val="100000"/>
              </a:lnSpc>
              <a:spcBef>
                <a:spcPts val="0"/>
              </a:spcBef>
              <a:spcAft>
                <a:spcPts val="0"/>
              </a:spcAft>
              <a:buClr>
                <a:schemeClr val="lt1"/>
              </a:buClr>
              <a:buSzPts val="4400"/>
              <a:buNone/>
              <a:defRPr sz="4400">
                <a:solidFill>
                  <a:schemeClr val="lt1"/>
                </a:solidFill>
              </a:defRPr>
            </a:lvl7pPr>
            <a:lvl8pPr lvl="7" algn="r">
              <a:lnSpc>
                <a:spcPct val="100000"/>
              </a:lnSpc>
              <a:spcBef>
                <a:spcPts val="0"/>
              </a:spcBef>
              <a:spcAft>
                <a:spcPts val="0"/>
              </a:spcAft>
              <a:buClr>
                <a:schemeClr val="lt1"/>
              </a:buClr>
              <a:buSzPts val="4400"/>
              <a:buNone/>
              <a:defRPr sz="4400">
                <a:solidFill>
                  <a:schemeClr val="lt1"/>
                </a:solidFill>
              </a:defRPr>
            </a:lvl8pPr>
            <a:lvl9pPr lvl="8" algn="r">
              <a:lnSpc>
                <a:spcPct val="100000"/>
              </a:lnSpc>
              <a:spcBef>
                <a:spcPts val="0"/>
              </a:spcBef>
              <a:spcAft>
                <a:spcPts val="0"/>
              </a:spcAft>
              <a:buClr>
                <a:schemeClr val="lt1"/>
              </a:buClr>
              <a:buSzPts val="4400"/>
              <a:buNone/>
              <a:defRPr sz="4400">
                <a:solidFill>
                  <a:schemeClr val="lt1"/>
                </a:solidFill>
              </a:defRPr>
            </a:lvl9pPr>
          </a:lstStyle>
          <a:p>
            <a:endParaRPr/>
          </a:p>
        </p:txBody>
      </p:sp>
      <p:sp>
        <p:nvSpPr>
          <p:cNvPr id="163" name="Google Shape;163;p46"/>
          <p:cNvSpPr txBox="1">
            <a:spLocks noGrp="1"/>
          </p:cNvSpPr>
          <p:nvPr>
            <p:ph type="title" idx="2"/>
          </p:nvPr>
        </p:nvSpPr>
        <p:spPr>
          <a:xfrm>
            <a:off x="7026475" y="1304849"/>
            <a:ext cx="1404300" cy="8925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6000"/>
              <a:buNone/>
              <a:defRPr sz="5500">
                <a:solidFill>
                  <a:schemeClr val="accent1"/>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sp>
        <p:nvSpPr>
          <p:cNvPr id="164" name="Google Shape;164;p46"/>
          <p:cNvSpPr>
            <a:spLocks noGrp="1"/>
          </p:cNvSpPr>
          <p:nvPr>
            <p:ph type="pic" idx="3"/>
          </p:nvPr>
        </p:nvSpPr>
        <p:spPr>
          <a:xfrm>
            <a:off x="713093" y="1245900"/>
            <a:ext cx="2651700" cy="2651700"/>
          </a:xfrm>
          <a:prstGeom prst="ellipse">
            <a:avLst/>
          </a:prstGeom>
          <a:noFill/>
          <a:ln w="19050" cap="flat" cmpd="sng">
            <a:solidFill>
              <a:schemeClr val="lt1"/>
            </a:solidFill>
            <a:prstDash val="solid"/>
            <a:round/>
            <a:headEnd type="none" w="sm" len="sm"/>
            <a:tailEnd type="none" w="sm" len="sm"/>
          </a:ln>
        </p:spPr>
      </p:sp>
      <p:grpSp>
        <p:nvGrpSpPr>
          <p:cNvPr id="165" name="Google Shape;165;p46"/>
          <p:cNvGrpSpPr/>
          <p:nvPr/>
        </p:nvGrpSpPr>
        <p:grpSpPr>
          <a:xfrm>
            <a:off x="891738" y="-296666"/>
            <a:ext cx="2743076" cy="657293"/>
            <a:chOff x="5227825" y="3000800"/>
            <a:chExt cx="1865150" cy="446925"/>
          </a:xfrm>
        </p:grpSpPr>
        <p:sp>
          <p:nvSpPr>
            <p:cNvPr id="166" name="Google Shape;166;p46"/>
            <p:cNvSpPr/>
            <p:nvPr/>
          </p:nvSpPr>
          <p:spPr>
            <a:xfrm>
              <a:off x="6867250" y="3000800"/>
              <a:ext cx="225725" cy="446925"/>
            </a:xfrm>
            <a:custGeom>
              <a:avLst/>
              <a:gdLst/>
              <a:ahLst/>
              <a:cxnLst/>
              <a:rect l="l" t="t" r="r" b="b"/>
              <a:pathLst>
                <a:path w="9029" h="17877" extrusionOk="0">
                  <a:moveTo>
                    <a:pt x="3281" y="17877"/>
                  </a:moveTo>
                  <a:lnTo>
                    <a:pt x="0" y="17877"/>
                  </a:lnTo>
                  <a:lnTo>
                    <a:pt x="5778" y="8939"/>
                  </a:lnTo>
                  <a:lnTo>
                    <a:pt x="0"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46"/>
            <p:cNvSpPr/>
            <p:nvPr/>
          </p:nvSpPr>
          <p:spPr>
            <a:xfrm>
              <a:off x="6662600" y="3000800"/>
              <a:ext cx="225725" cy="446925"/>
            </a:xfrm>
            <a:custGeom>
              <a:avLst/>
              <a:gdLst/>
              <a:ahLst/>
              <a:cxnLst/>
              <a:rect l="l" t="t" r="r" b="b"/>
              <a:pathLst>
                <a:path w="9029" h="17877" extrusionOk="0">
                  <a:moveTo>
                    <a:pt x="3251" y="17877"/>
                  </a:moveTo>
                  <a:lnTo>
                    <a:pt x="0" y="17877"/>
                  </a:lnTo>
                  <a:lnTo>
                    <a:pt x="5749" y="8939"/>
                  </a:lnTo>
                  <a:lnTo>
                    <a:pt x="0"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46"/>
            <p:cNvSpPr/>
            <p:nvPr/>
          </p:nvSpPr>
          <p:spPr>
            <a:xfrm>
              <a:off x="6457200" y="3000800"/>
              <a:ext cx="225725" cy="446925"/>
            </a:xfrm>
            <a:custGeom>
              <a:avLst/>
              <a:gdLst/>
              <a:ahLst/>
              <a:cxnLst/>
              <a:rect l="l" t="t" r="r" b="b"/>
              <a:pathLst>
                <a:path w="9029" h="17877" extrusionOk="0">
                  <a:moveTo>
                    <a:pt x="3281" y="17877"/>
                  </a:moveTo>
                  <a:lnTo>
                    <a:pt x="1" y="17877"/>
                  </a:lnTo>
                  <a:lnTo>
                    <a:pt x="5779" y="8939"/>
                  </a:lnTo>
                  <a:lnTo>
                    <a:pt x="1"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46"/>
            <p:cNvSpPr/>
            <p:nvPr/>
          </p:nvSpPr>
          <p:spPr>
            <a:xfrm>
              <a:off x="6252550" y="3000800"/>
              <a:ext cx="225750" cy="446925"/>
            </a:xfrm>
            <a:custGeom>
              <a:avLst/>
              <a:gdLst/>
              <a:ahLst/>
              <a:cxnLst/>
              <a:rect l="l" t="t" r="r" b="b"/>
              <a:pathLst>
                <a:path w="9030" h="17877" extrusionOk="0">
                  <a:moveTo>
                    <a:pt x="3251" y="17877"/>
                  </a:moveTo>
                  <a:lnTo>
                    <a:pt x="1" y="17877"/>
                  </a:lnTo>
                  <a:lnTo>
                    <a:pt x="5779" y="8939"/>
                  </a:lnTo>
                  <a:lnTo>
                    <a:pt x="1"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 name="Google Shape;170;p46"/>
            <p:cNvSpPr/>
            <p:nvPr/>
          </p:nvSpPr>
          <p:spPr>
            <a:xfrm>
              <a:off x="6047150" y="3000800"/>
              <a:ext cx="226500" cy="446925"/>
            </a:xfrm>
            <a:custGeom>
              <a:avLst/>
              <a:gdLst/>
              <a:ahLst/>
              <a:cxnLst/>
              <a:rect l="l" t="t" r="r" b="b"/>
              <a:pathLst>
                <a:path w="9060" h="17877" extrusionOk="0">
                  <a:moveTo>
                    <a:pt x="3281" y="17877"/>
                  </a:moveTo>
                  <a:lnTo>
                    <a:pt x="1" y="17877"/>
                  </a:lnTo>
                  <a:lnTo>
                    <a:pt x="5779" y="8939"/>
                  </a:lnTo>
                  <a:lnTo>
                    <a:pt x="1" y="1"/>
                  </a:lnTo>
                  <a:lnTo>
                    <a:pt x="3281" y="1"/>
                  </a:lnTo>
                  <a:lnTo>
                    <a:pt x="905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 name="Google Shape;171;p46"/>
            <p:cNvSpPr/>
            <p:nvPr/>
          </p:nvSpPr>
          <p:spPr>
            <a:xfrm>
              <a:off x="5842525" y="3000800"/>
              <a:ext cx="225725" cy="446925"/>
            </a:xfrm>
            <a:custGeom>
              <a:avLst/>
              <a:gdLst/>
              <a:ahLst/>
              <a:cxnLst/>
              <a:rect l="l" t="t" r="r" b="b"/>
              <a:pathLst>
                <a:path w="9029" h="17877" extrusionOk="0">
                  <a:moveTo>
                    <a:pt x="3280" y="17877"/>
                  </a:moveTo>
                  <a:lnTo>
                    <a:pt x="0" y="17877"/>
                  </a:lnTo>
                  <a:lnTo>
                    <a:pt x="5778" y="8939"/>
                  </a:lnTo>
                  <a:lnTo>
                    <a:pt x="0" y="1"/>
                  </a:lnTo>
                  <a:lnTo>
                    <a:pt x="3280"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46"/>
            <p:cNvSpPr/>
            <p:nvPr/>
          </p:nvSpPr>
          <p:spPr>
            <a:xfrm>
              <a:off x="5637875" y="3000800"/>
              <a:ext cx="225725" cy="446925"/>
            </a:xfrm>
            <a:custGeom>
              <a:avLst/>
              <a:gdLst/>
              <a:ahLst/>
              <a:cxnLst/>
              <a:rect l="l" t="t" r="r" b="b"/>
              <a:pathLst>
                <a:path w="9029" h="17877" extrusionOk="0">
                  <a:moveTo>
                    <a:pt x="3251" y="17877"/>
                  </a:moveTo>
                  <a:lnTo>
                    <a:pt x="0" y="17877"/>
                  </a:lnTo>
                  <a:lnTo>
                    <a:pt x="5748" y="8939"/>
                  </a:lnTo>
                  <a:lnTo>
                    <a:pt x="0"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46"/>
            <p:cNvSpPr/>
            <p:nvPr/>
          </p:nvSpPr>
          <p:spPr>
            <a:xfrm>
              <a:off x="5432475" y="3000800"/>
              <a:ext cx="226475" cy="446925"/>
            </a:xfrm>
            <a:custGeom>
              <a:avLst/>
              <a:gdLst/>
              <a:ahLst/>
              <a:cxnLst/>
              <a:rect l="l" t="t" r="r" b="b"/>
              <a:pathLst>
                <a:path w="9059" h="17877" extrusionOk="0">
                  <a:moveTo>
                    <a:pt x="3281" y="17877"/>
                  </a:moveTo>
                  <a:lnTo>
                    <a:pt x="0" y="17877"/>
                  </a:lnTo>
                  <a:lnTo>
                    <a:pt x="5779" y="8939"/>
                  </a:lnTo>
                  <a:lnTo>
                    <a:pt x="0" y="1"/>
                  </a:lnTo>
                  <a:lnTo>
                    <a:pt x="3281" y="1"/>
                  </a:lnTo>
                  <a:lnTo>
                    <a:pt x="905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46"/>
            <p:cNvSpPr/>
            <p:nvPr/>
          </p:nvSpPr>
          <p:spPr>
            <a:xfrm>
              <a:off x="5227825" y="3000800"/>
              <a:ext cx="225750" cy="446925"/>
            </a:xfrm>
            <a:custGeom>
              <a:avLst/>
              <a:gdLst/>
              <a:ahLst/>
              <a:cxnLst/>
              <a:rect l="l" t="t" r="r" b="b"/>
              <a:pathLst>
                <a:path w="9030" h="17877" extrusionOk="0">
                  <a:moveTo>
                    <a:pt x="3281" y="17877"/>
                  </a:moveTo>
                  <a:lnTo>
                    <a:pt x="1" y="17877"/>
                  </a:lnTo>
                  <a:lnTo>
                    <a:pt x="5779" y="8939"/>
                  </a:lnTo>
                  <a:lnTo>
                    <a:pt x="1"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75" name="Google Shape;175;p46"/>
          <p:cNvSpPr/>
          <p:nvPr/>
        </p:nvSpPr>
        <p:spPr>
          <a:xfrm>
            <a:off x="3764875" y="4353675"/>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6" name="Google Shape;176;p46"/>
          <p:cNvGrpSpPr/>
          <p:nvPr/>
        </p:nvGrpSpPr>
        <p:grpSpPr>
          <a:xfrm rot="10800000">
            <a:off x="7682978" y="4604522"/>
            <a:ext cx="1145952" cy="657282"/>
            <a:chOff x="864825" y="2381600"/>
            <a:chExt cx="802825" cy="460475"/>
          </a:xfrm>
        </p:grpSpPr>
        <p:sp>
          <p:nvSpPr>
            <p:cNvPr id="177" name="Google Shape;177;p46"/>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46"/>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46"/>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46"/>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46"/>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46"/>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46"/>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46"/>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46"/>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46"/>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46"/>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46"/>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46"/>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p46"/>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46"/>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p46"/>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3" name="Google Shape;193;p46"/>
          <p:cNvSpPr/>
          <p:nvPr/>
        </p:nvSpPr>
        <p:spPr>
          <a:xfrm>
            <a:off x="466513" y="4500500"/>
            <a:ext cx="207000" cy="2070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46"/>
          <p:cNvSpPr/>
          <p:nvPr/>
        </p:nvSpPr>
        <p:spPr>
          <a:xfrm>
            <a:off x="8546500" y="-296687"/>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46"/>
          <p:cNvSpPr/>
          <p:nvPr/>
        </p:nvSpPr>
        <p:spPr>
          <a:xfrm>
            <a:off x="5267325" y="396600"/>
            <a:ext cx="292800" cy="292800"/>
          </a:xfrm>
          <a:prstGeom prst="mathMultiply">
            <a:avLst>
              <a:gd name="adj1" fmla="val 2352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gradFill>
          <a:gsLst>
            <a:gs pos="0">
              <a:schemeClr val="dk2"/>
            </a:gs>
            <a:gs pos="100000">
              <a:schemeClr val="dk1"/>
            </a:gs>
          </a:gsLst>
          <a:lin ang="10800025" scaled="0"/>
        </a:gradFill>
        <a:effectLst/>
      </p:bgPr>
    </p:bg>
    <p:spTree>
      <p:nvGrpSpPr>
        <p:cNvPr id="1" name="Shape 196"/>
        <p:cNvGrpSpPr/>
        <p:nvPr/>
      </p:nvGrpSpPr>
      <p:grpSpPr>
        <a:xfrm>
          <a:off x="0" y="0"/>
          <a:ext cx="0" cy="0"/>
          <a:chOff x="0" y="0"/>
          <a:chExt cx="0" cy="0"/>
        </a:xfrm>
      </p:grpSpPr>
      <p:sp>
        <p:nvSpPr>
          <p:cNvPr id="197" name="Google Shape;197;p47"/>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98" name="Google Shape;198;p47"/>
          <p:cNvSpPr txBox="1">
            <a:spLocks noGrp="1"/>
          </p:cNvSpPr>
          <p:nvPr>
            <p:ph type="subTitle" idx="1"/>
          </p:nvPr>
        </p:nvSpPr>
        <p:spPr>
          <a:xfrm>
            <a:off x="1367062" y="2635925"/>
            <a:ext cx="2817600" cy="429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199" name="Google Shape;199;p47"/>
          <p:cNvSpPr txBox="1">
            <a:spLocks noGrp="1"/>
          </p:cNvSpPr>
          <p:nvPr>
            <p:ph type="subTitle" idx="2"/>
          </p:nvPr>
        </p:nvSpPr>
        <p:spPr>
          <a:xfrm>
            <a:off x="1367062" y="2988725"/>
            <a:ext cx="2817600" cy="1231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200"/>
              <a:buNone/>
              <a:defRPr>
                <a:solidFill>
                  <a:schemeClr val="lt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a:endParaRPr/>
          </a:p>
        </p:txBody>
      </p:sp>
      <p:sp>
        <p:nvSpPr>
          <p:cNvPr id="200" name="Google Shape;200;p47"/>
          <p:cNvSpPr txBox="1">
            <a:spLocks noGrp="1"/>
          </p:cNvSpPr>
          <p:nvPr>
            <p:ph type="subTitle" idx="3"/>
          </p:nvPr>
        </p:nvSpPr>
        <p:spPr>
          <a:xfrm>
            <a:off x="4959338" y="2635925"/>
            <a:ext cx="2817600" cy="429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201" name="Google Shape;201;p47"/>
          <p:cNvSpPr txBox="1">
            <a:spLocks noGrp="1"/>
          </p:cNvSpPr>
          <p:nvPr>
            <p:ph type="subTitle" idx="4"/>
          </p:nvPr>
        </p:nvSpPr>
        <p:spPr>
          <a:xfrm>
            <a:off x="4959338" y="2988725"/>
            <a:ext cx="2817600" cy="1231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200"/>
              <a:buNone/>
              <a:defRPr>
                <a:solidFill>
                  <a:schemeClr val="lt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a:endParaRPr/>
          </a:p>
        </p:txBody>
      </p:sp>
      <p:sp>
        <p:nvSpPr>
          <p:cNvPr id="202" name="Google Shape;202;p47"/>
          <p:cNvSpPr/>
          <p:nvPr/>
        </p:nvSpPr>
        <p:spPr>
          <a:xfrm rot="10800000" flipH="1">
            <a:off x="8558500" y="3798688"/>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3" name="Google Shape;203;p47"/>
          <p:cNvGrpSpPr/>
          <p:nvPr/>
        </p:nvGrpSpPr>
        <p:grpSpPr>
          <a:xfrm>
            <a:off x="7697167" y="-130432"/>
            <a:ext cx="1145952" cy="657282"/>
            <a:chOff x="864825" y="2381600"/>
            <a:chExt cx="802825" cy="460475"/>
          </a:xfrm>
        </p:grpSpPr>
        <p:sp>
          <p:nvSpPr>
            <p:cNvPr id="204" name="Google Shape;204;p47"/>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p47"/>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p47"/>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47"/>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 name="Google Shape;208;p47"/>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p47"/>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p47"/>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 name="Google Shape;211;p47"/>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47"/>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47"/>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 name="Google Shape;214;p47"/>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 name="Google Shape;215;p47"/>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p47"/>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47"/>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47"/>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47"/>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0" name="Google Shape;220;p47"/>
          <p:cNvGrpSpPr/>
          <p:nvPr/>
        </p:nvGrpSpPr>
        <p:grpSpPr>
          <a:xfrm rot="5400000">
            <a:off x="-347058" y="3930984"/>
            <a:ext cx="1145952" cy="657282"/>
            <a:chOff x="864825" y="2381600"/>
            <a:chExt cx="802825" cy="460475"/>
          </a:xfrm>
        </p:grpSpPr>
        <p:sp>
          <p:nvSpPr>
            <p:cNvPr id="221" name="Google Shape;221;p47"/>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p47"/>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 name="Google Shape;223;p47"/>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 name="Google Shape;224;p47"/>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 name="Google Shape;225;p47"/>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 name="Google Shape;226;p47"/>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p47"/>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 name="Google Shape;228;p47"/>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47"/>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 name="Google Shape;230;p47"/>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 name="Google Shape;231;p47"/>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 name="Google Shape;232;p47"/>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 name="Google Shape;233;p47"/>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 name="Google Shape;234;p47"/>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 name="Google Shape;235;p47"/>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 name="Google Shape;236;p47"/>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37" name="Google Shape;237;p47"/>
          <p:cNvSpPr/>
          <p:nvPr/>
        </p:nvSpPr>
        <p:spPr>
          <a:xfrm>
            <a:off x="-463487" y="-491187"/>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47"/>
          <p:cNvSpPr/>
          <p:nvPr/>
        </p:nvSpPr>
        <p:spPr>
          <a:xfrm>
            <a:off x="4959350" y="4585150"/>
            <a:ext cx="292800" cy="292800"/>
          </a:xfrm>
          <a:prstGeom prst="mathMultiply">
            <a:avLst>
              <a:gd name="adj1" fmla="val 2352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BLANK_8">
    <p:bg>
      <p:bgPr>
        <a:gradFill>
          <a:gsLst>
            <a:gs pos="0">
              <a:schemeClr val="dk2"/>
            </a:gs>
            <a:gs pos="100000">
              <a:schemeClr val="dk1"/>
            </a:gs>
          </a:gsLst>
          <a:lin ang="10800025" scaled="0"/>
        </a:gradFill>
        <a:effectLst/>
      </p:bgPr>
    </p:bg>
    <p:spTree>
      <p:nvGrpSpPr>
        <p:cNvPr id="1" name="Shape 239"/>
        <p:cNvGrpSpPr/>
        <p:nvPr/>
      </p:nvGrpSpPr>
      <p:grpSpPr>
        <a:xfrm>
          <a:off x="0" y="0"/>
          <a:ext cx="0" cy="0"/>
          <a:chOff x="0" y="0"/>
          <a:chExt cx="0" cy="0"/>
        </a:xfrm>
      </p:grpSpPr>
      <p:sp>
        <p:nvSpPr>
          <p:cNvPr id="240" name="Google Shape;240;p48"/>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1" name="Google Shape;241;p48"/>
          <p:cNvSpPr txBox="1">
            <a:spLocks noGrp="1"/>
          </p:cNvSpPr>
          <p:nvPr>
            <p:ph type="subTitle" idx="1"/>
          </p:nvPr>
        </p:nvSpPr>
        <p:spPr>
          <a:xfrm>
            <a:off x="784269" y="2311025"/>
            <a:ext cx="2379300" cy="753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242" name="Google Shape;242;p48"/>
          <p:cNvSpPr txBox="1">
            <a:spLocks noGrp="1"/>
          </p:cNvSpPr>
          <p:nvPr>
            <p:ph type="subTitle" idx="2"/>
          </p:nvPr>
        </p:nvSpPr>
        <p:spPr>
          <a:xfrm>
            <a:off x="784269" y="2988725"/>
            <a:ext cx="2379300" cy="147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200"/>
              <a:buNone/>
              <a:defRPr>
                <a:solidFill>
                  <a:schemeClr val="lt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a:endParaRPr/>
          </a:p>
        </p:txBody>
      </p:sp>
      <p:sp>
        <p:nvSpPr>
          <p:cNvPr id="243" name="Google Shape;243;p48"/>
          <p:cNvSpPr txBox="1">
            <a:spLocks noGrp="1"/>
          </p:cNvSpPr>
          <p:nvPr>
            <p:ph type="subTitle" idx="3"/>
          </p:nvPr>
        </p:nvSpPr>
        <p:spPr>
          <a:xfrm>
            <a:off x="3382419" y="2311025"/>
            <a:ext cx="2379300" cy="753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244" name="Google Shape;244;p48"/>
          <p:cNvSpPr txBox="1">
            <a:spLocks noGrp="1"/>
          </p:cNvSpPr>
          <p:nvPr>
            <p:ph type="subTitle" idx="4"/>
          </p:nvPr>
        </p:nvSpPr>
        <p:spPr>
          <a:xfrm>
            <a:off x="3382419" y="2988725"/>
            <a:ext cx="2379300" cy="147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200"/>
              <a:buNone/>
              <a:defRPr>
                <a:solidFill>
                  <a:schemeClr val="lt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a:endParaRPr/>
          </a:p>
        </p:txBody>
      </p:sp>
      <p:sp>
        <p:nvSpPr>
          <p:cNvPr id="245" name="Google Shape;245;p48"/>
          <p:cNvSpPr txBox="1">
            <a:spLocks noGrp="1"/>
          </p:cNvSpPr>
          <p:nvPr>
            <p:ph type="subTitle" idx="5"/>
          </p:nvPr>
        </p:nvSpPr>
        <p:spPr>
          <a:xfrm>
            <a:off x="5980444" y="2311025"/>
            <a:ext cx="2379300" cy="753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ctr">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246" name="Google Shape;246;p48"/>
          <p:cNvSpPr txBox="1">
            <a:spLocks noGrp="1"/>
          </p:cNvSpPr>
          <p:nvPr>
            <p:ph type="subTitle" idx="6"/>
          </p:nvPr>
        </p:nvSpPr>
        <p:spPr>
          <a:xfrm>
            <a:off x="5980444" y="2988725"/>
            <a:ext cx="2379300" cy="1474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200"/>
              <a:buNone/>
              <a:defRPr>
                <a:solidFill>
                  <a:schemeClr val="lt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a:endParaRPr/>
          </a:p>
        </p:txBody>
      </p:sp>
      <p:sp>
        <p:nvSpPr>
          <p:cNvPr id="247" name="Google Shape;247;p48"/>
          <p:cNvSpPr/>
          <p:nvPr/>
        </p:nvSpPr>
        <p:spPr>
          <a:xfrm>
            <a:off x="-487050" y="4260250"/>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48" name="Google Shape;248;p48"/>
          <p:cNvGrpSpPr/>
          <p:nvPr/>
        </p:nvGrpSpPr>
        <p:grpSpPr>
          <a:xfrm rot="10800000">
            <a:off x="7682978" y="4604522"/>
            <a:ext cx="1145952" cy="657282"/>
            <a:chOff x="864825" y="2381600"/>
            <a:chExt cx="802825" cy="460475"/>
          </a:xfrm>
        </p:grpSpPr>
        <p:sp>
          <p:nvSpPr>
            <p:cNvPr id="249" name="Google Shape;249;p48"/>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p48"/>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p48"/>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 name="Google Shape;252;p48"/>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p48"/>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 name="Google Shape;254;p48"/>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p48"/>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48"/>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48"/>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48"/>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48"/>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 name="Google Shape;260;p48"/>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p48"/>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 name="Google Shape;262;p48"/>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 name="Google Shape;263;p48"/>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 name="Google Shape;264;p48"/>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5" name="Google Shape;265;p48"/>
          <p:cNvSpPr/>
          <p:nvPr/>
        </p:nvSpPr>
        <p:spPr>
          <a:xfrm>
            <a:off x="317113" y="1952900"/>
            <a:ext cx="207000" cy="2070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 name="Google Shape;266;p48"/>
          <p:cNvSpPr/>
          <p:nvPr/>
        </p:nvSpPr>
        <p:spPr>
          <a:xfrm>
            <a:off x="8546500" y="-296687"/>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 name="Google Shape;267;p48"/>
          <p:cNvSpPr/>
          <p:nvPr/>
        </p:nvSpPr>
        <p:spPr>
          <a:xfrm>
            <a:off x="8578475" y="2988725"/>
            <a:ext cx="292800" cy="292800"/>
          </a:xfrm>
          <a:prstGeom prst="mathMultiply">
            <a:avLst>
              <a:gd name="adj1" fmla="val 2352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48"/>
          <p:cNvSpPr/>
          <p:nvPr/>
        </p:nvSpPr>
        <p:spPr>
          <a:xfrm>
            <a:off x="891750" y="192925"/>
            <a:ext cx="193200" cy="193200"/>
          </a:xfrm>
          <a:prstGeom prst="ellipse">
            <a:avLst/>
          </a:pr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four columns">
  <p:cSld name="BLANK_7">
    <p:bg>
      <p:bgPr>
        <a:gradFill>
          <a:gsLst>
            <a:gs pos="0">
              <a:schemeClr val="dk2"/>
            </a:gs>
            <a:gs pos="100000">
              <a:schemeClr val="dk1"/>
            </a:gs>
          </a:gsLst>
          <a:lin ang="10800025" scaled="0"/>
        </a:gradFill>
        <a:effectLst/>
      </p:bgPr>
    </p:bg>
    <p:spTree>
      <p:nvGrpSpPr>
        <p:cNvPr id="1" name="Shape 269"/>
        <p:cNvGrpSpPr/>
        <p:nvPr/>
      </p:nvGrpSpPr>
      <p:grpSpPr>
        <a:xfrm>
          <a:off x="0" y="0"/>
          <a:ext cx="0" cy="0"/>
          <a:chOff x="0" y="0"/>
          <a:chExt cx="0" cy="0"/>
        </a:xfrm>
      </p:grpSpPr>
      <p:sp>
        <p:nvSpPr>
          <p:cNvPr id="270" name="Google Shape;270;p49"/>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1" name="Google Shape;271;p49"/>
          <p:cNvSpPr txBox="1">
            <a:spLocks noGrp="1"/>
          </p:cNvSpPr>
          <p:nvPr>
            <p:ph type="subTitle" idx="1"/>
          </p:nvPr>
        </p:nvSpPr>
        <p:spPr>
          <a:xfrm>
            <a:off x="719959" y="3245525"/>
            <a:ext cx="3775500" cy="429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272" name="Google Shape;272;p49"/>
          <p:cNvSpPr txBox="1">
            <a:spLocks noGrp="1"/>
          </p:cNvSpPr>
          <p:nvPr>
            <p:ph type="subTitle" idx="2"/>
          </p:nvPr>
        </p:nvSpPr>
        <p:spPr>
          <a:xfrm>
            <a:off x="719950" y="3598325"/>
            <a:ext cx="3775500" cy="872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200"/>
              <a:buNone/>
              <a:defRPr>
                <a:solidFill>
                  <a:schemeClr val="lt1"/>
                </a:solidFill>
              </a:defRPr>
            </a:lvl1pPr>
            <a:lvl2pPr lvl="1" algn="l">
              <a:lnSpc>
                <a:spcPct val="100000"/>
              </a:lnSpc>
              <a:spcBef>
                <a:spcPts val="0"/>
              </a:spcBef>
              <a:spcAft>
                <a:spcPts val="0"/>
              </a:spcAft>
              <a:buClr>
                <a:schemeClr val="dk1"/>
              </a:buClr>
              <a:buSzPts val="1200"/>
              <a:buNone/>
              <a:defRPr>
                <a:solidFill>
                  <a:schemeClr val="dk1"/>
                </a:solidFill>
              </a:defRPr>
            </a:lvl2pPr>
            <a:lvl3pPr lvl="2" algn="l">
              <a:lnSpc>
                <a:spcPct val="100000"/>
              </a:lnSpc>
              <a:spcBef>
                <a:spcPts val="0"/>
              </a:spcBef>
              <a:spcAft>
                <a:spcPts val="0"/>
              </a:spcAft>
              <a:buClr>
                <a:schemeClr val="dk1"/>
              </a:buClr>
              <a:buSzPts val="1200"/>
              <a:buNone/>
              <a:defRPr>
                <a:solidFill>
                  <a:schemeClr val="dk1"/>
                </a:solidFill>
              </a:defRPr>
            </a:lvl3pPr>
            <a:lvl4pPr lvl="3" algn="l">
              <a:lnSpc>
                <a:spcPct val="100000"/>
              </a:lnSpc>
              <a:spcBef>
                <a:spcPts val="0"/>
              </a:spcBef>
              <a:spcAft>
                <a:spcPts val="0"/>
              </a:spcAft>
              <a:buClr>
                <a:schemeClr val="dk1"/>
              </a:buClr>
              <a:buSzPts val="1200"/>
              <a:buNone/>
              <a:defRPr>
                <a:solidFill>
                  <a:schemeClr val="dk1"/>
                </a:solidFill>
              </a:defRPr>
            </a:lvl4pPr>
            <a:lvl5pPr lvl="4" algn="l">
              <a:lnSpc>
                <a:spcPct val="100000"/>
              </a:lnSpc>
              <a:spcBef>
                <a:spcPts val="0"/>
              </a:spcBef>
              <a:spcAft>
                <a:spcPts val="0"/>
              </a:spcAft>
              <a:buClr>
                <a:schemeClr val="dk1"/>
              </a:buClr>
              <a:buSzPts val="1200"/>
              <a:buNone/>
              <a:defRPr>
                <a:solidFill>
                  <a:schemeClr val="dk1"/>
                </a:solidFill>
              </a:defRPr>
            </a:lvl5pPr>
            <a:lvl6pPr lvl="5" algn="l">
              <a:lnSpc>
                <a:spcPct val="100000"/>
              </a:lnSpc>
              <a:spcBef>
                <a:spcPts val="0"/>
              </a:spcBef>
              <a:spcAft>
                <a:spcPts val="0"/>
              </a:spcAft>
              <a:buClr>
                <a:schemeClr val="dk1"/>
              </a:buClr>
              <a:buSzPts val="1200"/>
              <a:buNone/>
              <a:defRPr>
                <a:solidFill>
                  <a:schemeClr val="dk1"/>
                </a:solidFill>
              </a:defRPr>
            </a:lvl6pPr>
            <a:lvl7pPr lvl="6" algn="l">
              <a:lnSpc>
                <a:spcPct val="100000"/>
              </a:lnSpc>
              <a:spcBef>
                <a:spcPts val="0"/>
              </a:spcBef>
              <a:spcAft>
                <a:spcPts val="0"/>
              </a:spcAft>
              <a:buClr>
                <a:schemeClr val="dk1"/>
              </a:buClr>
              <a:buSzPts val="1200"/>
              <a:buNone/>
              <a:defRPr>
                <a:solidFill>
                  <a:schemeClr val="dk1"/>
                </a:solidFill>
              </a:defRPr>
            </a:lvl7pPr>
            <a:lvl8pPr lvl="7" algn="l">
              <a:lnSpc>
                <a:spcPct val="100000"/>
              </a:lnSpc>
              <a:spcBef>
                <a:spcPts val="0"/>
              </a:spcBef>
              <a:spcAft>
                <a:spcPts val="0"/>
              </a:spcAft>
              <a:buClr>
                <a:schemeClr val="dk1"/>
              </a:buClr>
              <a:buSzPts val="1200"/>
              <a:buNone/>
              <a:defRPr>
                <a:solidFill>
                  <a:schemeClr val="dk1"/>
                </a:solidFill>
              </a:defRPr>
            </a:lvl8pPr>
            <a:lvl9pPr lvl="8" algn="l">
              <a:lnSpc>
                <a:spcPct val="100000"/>
              </a:lnSpc>
              <a:spcBef>
                <a:spcPts val="0"/>
              </a:spcBef>
              <a:spcAft>
                <a:spcPts val="0"/>
              </a:spcAft>
              <a:buClr>
                <a:schemeClr val="dk1"/>
              </a:buClr>
              <a:buSzPts val="1200"/>
              <a:buNone/>
              <a:defRPr>
                <a:solidFill>
                  <a:schemeClr val="dk1"/>
                </a:solidFill>
              </a:defRPr>
            </a:lvl9pPr>
          </a:lstStyle>
          <a:p>
            <a:endParaRPr/>
          </a:p>
        </p:txBody>
      </p:sp>
      <p:sp>
        <p:nvSpPr>
          <p:cNvPr id="273" name="Google Shape;273;p49"/>
          <p:cNvSpPr txBox="1">
            <a:spLocks noGrp="1"/>
          </p:cNvSpPr>
          <p:nvPr>
            <p:ph type="subTitle" idx="3"/>
          </p:nvPr>
        </p:nvSpPr>
        <p:spPr>
          <a:xfrm>
            <a:off x="4655400" y="3245525"/>
            <a:ext cx="3775500" cy="429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274" name="Google Shape;274;p49"/>
          <p:cNvSpPr txBox="1">
            <a:spLocks noGrp="1"/>
          </p:cNvSpPr>
          <p:nvPr>
            <p:ph type="subTitle" idx="4"/>
          </p:nvPr>
        </p:nvSpPr>
        <p:spPr>
          <a:xfrm>
            <a:off x="4655396" y="3598325"/>
            <a:ext cx="3775500" cy="872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200"/>
              <a:buNone/>
              <a:defRPr>
                <a:solidFill>
                  <a:schemeClr val="lt1"/>
                </a:solidFill>
              </a:defRPr>
            </a:lvl1pPr>
            <a:lvl2pPr lvl="1" algn="l">
              <a:lnSpc>
                <a:spcPct val="100000"/>
              </a:lnSpc>
              <a:spcBef>
                <a:spcPts val="0"/>
              </a:spcBef>
              <a:spcAft>
                <a:spcPts val="0"/>
              </a:spcAft>
              <a:buClr>
                <a:schemeClr val="dk1"/>
              </a:buClr>
              <a:buSzPts val="1200"/>
              <a:buNone/>
              <a:defRPr>
                <a:solidFill>
                  <a:schemeClr val="dk1"/>
                </a:solidFill>
              </a:defRPr>
            </a:lvl2pPr>
            <a:lvl3pPr lvl="2" algn="l">
              <a:lnSpc>
                <a:spcPct val="100000"/>
              </a:lnSpc>
              <a:spcBef>
                <a:spcPts val="0"/>
              </a:spcBef>
              <a:spcAft>
                <a:spcPts val="0"/>
              </a:spcAft>
              <a:buClr>
                <a:schemeClr val="dk1"/>
              </a:buClr>
              <a:buSzPts val="1200"/>
              <a:buNone/>
              <a:defRPr>
                <a:solidFill>
                  <a:schemeClr val="dk1"/>
                </a:solidFill>
              </a:defRPr>
            </a:lvl3pPr>
            <a:lvl4pPr lvl="3" algn="l">
              <a:lnSpc>
                <a:spcPct val="100000"/>
              </a:lnSpc>
              <a:spcBef>
                <a:spcPts val="0"/>
              </a:spcBef>
              <a:spcAft>
                <a:spcPts val="0"/>
              </a:spcAft>
              <a:buClr>
                <a:schemeClr val="dk1"/>
              </a:buClr>
              <a:buSzPts val="1200"/>
              <a:buNone/>
              <a:defRPr>
                <a:solidFill>
                  <a:schemeClr val="dk1"/>
                </a:solidFill>
              </a:defRPr>
            </a:lvl4pPr>
            <a:lvl5pPr lvl="4" algn="l">
              <a:lnSpc>
                <a:spcPct val="100000"/>
              </a:lnSpc>
              <a:spcBef>
                <a:spcPts val="0"/>
              </a:spcBef>
              <a:spcAft>
                <a:spcPts val="0"/>
              </a:spcAft>
              <a:buClr>
                <a:schemeClr val="dk1"/>
              </a:buClr>
              <a:buSzPts val="1200"/>
              <a:buNone/>
              <a:defRPr>
                <a:solidFill>
                  <a:schemeClr val="dk1"/>
                </a:solidFill>
              </a:defRPr>
            </a:lvl5pPr>
            <a:lvl6pPr lvl="5" algn="l">
              <a:lnSpc>
                <a:spcPct val="100000"/>
              </a:lnSpc>
              <a:spcBef>
                <a:spcPts val="0"/>
              </a:spcBef>
              <a:spcAft>
                <a:spcPts val="0"/>
              </a:spcAft>
              <a:buClr>
                <a:schemeClr val="dk1"/>
              </a:buClr>
              <a:buSzPts val="1200"/>
              <a:buNone/>
              <a:defRPr>
                <a:solidFill>
                  <a:schemeClr val="dk1"/>
                </a:solidFill>
              </a:defRPr>
            </a:lvl6pPr>
            <a:lvl7pPr lvl="6" algn="l">
              <a:lnSpc>
                <a:spcPct val="100000"/>
              </a:lnSpc>
              <a:spcBef>
                <a:spcPts val="0"/>
              </a:spcBef>
              <a:spcAft>
                <a:spcPts val="0"/>
              </a:spcAft>
              <a:buClr>
                <a:schemeClr val="dk1"/>
              </a:buClr>
              <a:buSzPts val="1200"/>
              <a:buNone/>
              <a:defRPr>
                <a:solidFill>
                  <a:schemeClr val="dk1"/>
                </a:solidFill>
              </a:defRPr>
            </a:lvl7pPr>
            <a:lvl8pPr lvl="7" algn="l">
              <a:lnSpc>
                <a:spcPct val="100000"/>
              </a:lnSpc>
              <a:spcBef>
                <a:spcPts val="0"/>
              </a:spcBef>
              <a:spcAft>
                <a:spcPts val="0"/>
              </a:spcAft>
              <a:buClr>
                <a:schemeClr val="dk1"/>
              </a:buClr>
              <a:buSzPts val="1200"/>
              <a:buNone/>
              <a:defRPr>
                <a:solidFill>
                  <a:schemeClr val="dk1"/>
                </a:solidFill>
              </a:defRPr>
            </a:lvl8pPr>
            <a:lvl9pPr lvl="8" algn="l">
              <a:lnSpc>
                <a:spcPct val="100000"/>
              </a:lnSpc>
              <a:spcBef>
                <a:spcPts val="0"/>
              </a:spcBef>
              <a:spcAft>
                <a:spcPts val="0"/>
              </a:spcAft>
              <a:buClr>
                <a:schemeClr val="dk1"/>
              </a:buClr>
              <a:buSzPts val="1200"/>
              <a:buNone/>
              <a:defRPr>
                <a:solidFill>
                  <a:schemeClr val="dk1"/>
                </a:solidFill>
              </a:defRPr>
            </a:lvl9pPr>
          </a:lstStyle>
          <a:p>
            <a:endParaRPr/>
          </a:p>
        </p:txBody>
      </p:sp>
      <p:sp>
        <p:nvSpPr>
          <p:cNvPr id="275" name="Google Shape;275;p49"/>
          <p:cNvSpPr txBox="1">
            <a:spLocks noGrp="1"/>
          </p:cNvSpPr>
          <p:nvPr>
            <p:ph type="subTitle" idx="5"/>
          </p:nvPr>
        </p:nvSpPr>
        <p:spPr>
          <a:xfrm>
            <a:off x="719959" y="1580000"/>
            <a:ext cx="3775500" cy="429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276" name="Google Shape;276;p49"/>
          <p:cNvSpPr txBox="1">
            <a:spLocks noGrp="1"/>
          </p:cNvSpPr>
          <p:nvPr>
            <p:ph type="subTitle" idx="6"/>
          </p:nvPr>
        </p:nvSpPr>
        <p:spPr>
          <a:xfrm>
            <a:off x="719950" y="1932800"/>
            <a:ext cx="3775500" cy="872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200"/>
              <a:buNone/>
              <a:defRPr>
                <a:solidFill>
                  <a:schemeClr val="lt1"/>
                </a:solidFill>
              </a:defRPr>
            </a:lvl1pPr>
            <a:lvl2pPr lvl="1" algn="l">
              <a:lnSpc>
                <a:spcPct val="100000"/>
              </a:lnSpc>
              <a:spcBef>
                <a:spcPts val="0"/>
              </a:spcBef>
              <a:spcAft>
                <a:spcPts val="0"/>
              </a:spcAft>
              <a:buClr>
                <a:schemeClr val="dk1"/>
              </a:buClr>
              <a:buSzPts val="1200"/>
              <a:buNone/>
              <a:defRPr>
                <a:solidFill>
                  <a:schemeClr val="dk1"/>
                </a:solidFill>
              </a:defRPr>
            </a:lvl2pPr>
            <a:lvl3pPr lvl="2" algn="l">
              <a:lnSpc>
                <a:spcPct val="100000"/>
              </a:lnSpc>
              <a:spcBef>
                <a:spcPts val="0"/>
              </a:spcBef>
              <a:spcAft>
                <a:spcPts val="0"/>
              </a:spcAft>
              <a:buClr>
                <a:schemeClr val="dk1"/>
              </a:buClr>
              <a:buSzPts val="1200"/>
              <a:buNone/>
              <a:defRPr>
                <a:solidFill>
                  <a:schemeClr val="dk1"/>
                </a:solidFill>
              </a:defRPr>
            </a:lvl3pPr>
            <a:lvl4pPr lvl="3" algn="l">
              <a:lnSpc>
                <a:spcPct val="100000"/>
              </a:lnSpc>
              <a:spcBef>
                <a:spcPts val="0"/>
              </a:spcBef>
              <a:spcAft>
                <a:spcPts val="0"/>
              </a:spcAft>
              <a:buClr>
                <a:schemeClr val="dk1"/>
              </a:buClr>
              <a:buSzPts val="1200"/>
              <a:buNone/>
              <a:defRPr>
                <a:solidFill>
                  <a:schemeClr val="dk1"/>
                </a:solidFill>
              </a:defRPr>
            </a:lvl4pPr>
            <a:lvl5pPr lvl="4" algn="l">
              <a:lnSpc>
                <a:spcPct val="100000"/>
              </a:lnSpc>
              <a:spcBef>
                <a:spcPts val="0"/>
              </a:spcBef>
              <a:spcAft>
                <a:spcPts val="0"/>
              </a:spcAft>
              <a:buClr>
                <a:schemeClr val="dk1"/>
              </a:buClr>
              <a:buSzPts val="1200"/>
              <a:buNone/>
              <a:defRPr>
                <a:solidFill>
                  <a:schemeClr val="dk1"/>
                </a:solidFill>
              </a:defRPr>
            </a:lvl5pPr>
            <a:lvl6pPr lvl="5" algn="l">
              <a:lnSpc>
                <a:spcPct val="100000"/>
              </a:lnSpc>
              <a:spcBef>
                <a:spcPts val="0"/>
              </a:spcBef>
              <a:spcAft>
                <a:spcPts val="0"/>
              </a:spcAft>
              <a:buClr>
                <a:schemeClr val="dk1"/>
              </a:buClr>
              <a:buSzPts val="1200"/>
              <a:buNone/>
              <a:defRPr>
                <a:solidFill>
                  <a:schemeClr val="dk1"/>
                </a:solidFill>
              </a:defRPr>
            </a:lvl6pPr>
            <a:lvl7pPr lvl="6" algn="l">
              <a:lnSpc>
                <a:spcPct val="100000"/>
              </a:lnSpc>
              <a:spcBef>
                <a:spcPts val="0"/>
              </a:spcBef>
              <a:spcAft>
                <a:spcPts val="0"/>
              </a:spcAft>
              <a:buClr>
                <a:schemeClr val="dk1"/>
              </a:buClr>
              <a:buSzPts val="1200"/>
              <a:buNone/>
              <a:defRPr>
                <a:solidFill>
                  <a:schemeClr val="dk1"/>
                </a:solidFill>
              </a:defRPr>
            </a:lvl7pPr>
            <a:lvl8pPr lvl="7" algn="l">
              <a:lnSpc>
                <a:spcPct val="100000"/>
              </a:lnSpc>
              <a:spcBef>
                <a:spcPts val="0"/>
              </a:spcBef>
              <a:spcAft>
                <a:spcPts val="0"/>
              </a:spcAft>
              <a:buClr>
                <a:schemeClr val="dk1"/>
              </a:buClr>
              <a:buSzPts val="1200"/>
              <a:buNone/>
              <a:defRPr>
                <a:solidFill>
                  <a:schemeClr val="dk1"/>
                </a:solidFill>
              </a:defRPr>
            </a:lvl8pPr>
            <a:lvl9pPr lvl="8" algn="l">
              <a:lnSpc>
                <a:spcPct val="100000"/>
              </a:lnSpc>
              <a:spcBef>
                <a:spcPts val="0"/>
              </a:spcBef>
              <a:spcAft>
                <a:spcPts val="0"/>
              </a:spcAft>
              <a:buClr>
                <a:schemeClr val="dk1"/>
              </a:buClr>
              <a:buSzPts val="1200"/>
              <a:buNone/>
              <a:defRPr>
                <a:solidFill>
                  <a:schemeClr val="dk1"/>
                </a:solidFill>
              </a:defRPr>
            </a:lvl9pPr>
          </a:lstStyle>
          <a:p>
            <a:endParaRPr/>
          </a:p>
        </p:txBody>
      </p:sp>
      <p:sp>
        <p:nvSpPr>
          <p:cNvPr id="277" name="Google Shape;277;p49"/>
          <p:cNvSpPr txBox="1">
            <a:spLocks noGrp="1"/>
          </p:cNvSpPr>
          <p:nvPr>
            <p:ph type="subTitle" idx="7"/>
          </p:nvPr>
        </p:nvSpPr>
        <p:spPr>
          <a:xfrm>
            <a:off x="4655400" y="1580000"/>
            <a:ext cx="3775500" cy="429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278" name="Google Shape;278;p49"/>
          <p:cNvSpPr txBox="1">
            <a:spLocks noGrp="1"/>
          </p:cNvSpPr>
          <p:nvPr>
            <p:ph type="subTitle" idx="8"/>
          </p:nvPr>
        </p:nvSpPr>
        <p:spPr>
          <a:xfrm>
            <a:off x="4655396" y="1932800"/>
            <a:ext cx="3775500" cy="872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200"/>
              <a:buNone/>
              <a:defRPr>
                <a:solidFill>
                  <a:schemeClr val="lt1"/>
                </a:solidFill>
              </a:defRPr>
            </a:lvl1pPr>
            <a:lvl2pPr lvl="1" algn="l">
              <a:lnSpc>
                <a:spcPct val="100000"/>
              </a:lnSpc>
              <a:spcBef>
                <a:spcPts val="0"/>
              </a:spcBef>
              <a:spcAft>
                <a:spcPts val="0"/>
              </a:spcAft>
              <a:buClr>
                <a:schemeClr val="dk1"/>
              </a:buClr>
              <a:buSzPts val="1200"/>
              <a:buNone/>
              <a:defRPr>
                <a:solidFill>
                  <a:schemeClr val="dk1"/>
                </a:solidFill>
              </a:defRPr>
            </a:lvl2pPr>
            <a:lvl3pPr lvl="2" algn="l">
              <a:lnSpc>
                <a:spcPct val="100000"/>
              </a:lnSpc>
              <a:spcBef>
                <a:spcPts val="0"/>
              </a:spcBef>
              <a:spcAft>
                <a:spcPts val="0"/>
              </a:spcAft>
              <a:buClr>
                <a:schemeClr val="dk1"/>
              </a:buClr>
              <a:buSzPts val="1200"/>
              <a:buNone/>
              <a:defRPr>
                <a:solidFill>
                  <a:schemeClr val="dk1"/>
                </a:solidFill>
              </a:defRPr>
            </a:lvl3pPr>
            <a:lvl4pPr lvl="3" algn="l">
              <a:lnSpc>
                <a:spcPct val="100000"/>
              </a:lnSpc>
              <a:spcBef>
                <a:spcPts val="0"/>
              </a:spcBef>
              <a:spcAft>
                <a:spcPts val="0"/>
              </a:spcAft>
              <a:buClr>
                <a:schemeClr val="dk1"/>
              </a:buClr>
              <a:buSzPts val="1200"/>
              <a:buNone/>
              <a:defRPr>
                <a:solidFill>
                  <a:schemeClr val="dk1"/>
                </a:solidFill>
              </a:defRPr>
            </a:lvl4pPr>
            <a:lvl5pPr lvl="4" algn="l">
              <a:lnSpc>
                <a:spcPct val="100000"/>
              </a:lnSpc>
              <a:spcBef>
                <a:spcPts val="0"/>
              </a:spcBef>
              <a:spcAft>
                <a:spcPts val="0"/>
              </a:spcAft>
              <a:buClr>
                <a:schemeClr val="dk1"/>
              </a:buClr>
              <a:buSzPts val="1200"/>
              <a:buNone/>
              <a:defRPr>
                <a:solidFill>
                  <a:schemeClr val="dk1"/>
                </a:solidFill>
              </a:defRPr>
            </a:lvl5pPr>
            <a:lvl6pPr lvl="5" algn="l">
              <a:lnSpc>
                <a:spcPct val="100000"/>
              </a:lnSpc>
              <a:spcBef>
                <a:spcPts val="0"/>
              </a:spcBef>
              <a:spcAft>
                <a:spcPts val="0"/>
              </a:spcAft>
              <a:buClr>
                <a:schemeClr val="dk1"/>
              </a:buClr>
              <a:buSzPts val="1200"/>
              <a:buNone/>
              <a:defRPr>
                <a:solidFill>
                  <a:schemeClr val="dk1"/>
                </a:solidFill>
              </a:defRPr>
            </a:lvl6pPr>
            <a:lvl7pPr lvl="6" algn="l">
              <a:lnSpc>
                <a:spcPct val="100000"/>
              </a:lnSpc>
              <a:spcBef>
                <a:spcPts val="0"/>
              </a:spcBef>
              <a:spcAft>
                <a:spcPts val="0"/>
              </a:spcAft>
              <a:buClr>
                <a:schemeClr val="dk1"/>
              </a:buClr>
              <a:buSzPts val="1200"/>
              <a:buNone/>
              <a:defRPr>
                <a:solidFill>
                  <a:schemeClr val="dk1"/>
                </a:solidFill>
              </a:defRPr>
            </a:lvl7pPr>
            <a:lvl8pPr lvl="7" algn="l">
              <a:lnSpc>
                <a:spcPct val="100000"/>
              </a:lnSpc>
              <a:spcBef>
                <a:spcPts val="0"/>
              </a:spcBef>
              <a:spcAft>
                <a:spcPts val="0"/>
              </a:spcAft>
              <a:buClr>
                <a:schemeClr val="dk1"/>
              </a:buClr>
              <a:buSzPts val="1200"/>
              <a:buNone/>
              <a:defRPr>
                <a:solidFill>
                  <a:schemeClr val="dk1"/>
                </a:solidFill>
              </a:defRPr>
            </a:lvl8pPr>
            <a:lvl9pPr lvl="8" algn="l">
              <a:lnSpc>
                <a:spcPct val="100000"/>
              </a:lnSpc>
              <a:spcBef>
                <a:spcPts val="0"/>
              </a:spcBef>
              <a:spcAft>
                <a:spcPts val="0"/>
              </a:spcAft>
              <a:buClr>
                <a:schemeClr val="dk1"/>
              </a:buClr>
              <a:buSzPts val="1200"/>
              <a:buNone/>
              <a:defRPr>
                <a:solidFill>
                  <a:schemeClr val="dk1"/>
                </a:solidFill>
              </a:defRPr>
            </a:lvl9pPr>
          </a:lstStyle>
          <a:p>
            <a:endParaRPr/>
          </a:p>
        </p:txBody>
      </p:sp>
      <p:sp>
        <p:nvSpPr>
          <p:cNvPr id="279" name="Google Shape;279;p49"/>
          <p:cNvSpPr/>
          <p:nvPr/>
        </p:nvSpPr>
        <p:spPr>
          <a:xfrm rot="10800000" flipH="1">
            <a:off x="-505650" y="3798688"/>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80" name="Google Shape;280;p49"/>
          <p:cNvGrpSpPr/>
          <p:nvPr/>
        </p:nvGrpSpPr>
        <p:grpSpPr>
          <a:xfrm>
            <a:off x="1717667" y="-258653"/>
            <a:ext cx="1145952" cy="657282"/>
            <a:chOff x="864825" y="2381600"/>
            <a:chExt cx="802825" cy="460475"/>
          </a:xfrm>
        </p:grpSpPr>
        <p:sp>
          <p:nvSpPr>
            <p:cNvPr id="281" name="Google Shape;281;p49"/>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 name="Google Shape;282;p49"/>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 name="Google Shape;283;p49"/>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 name="Google Shape;284;p49"/>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 name="Google Shape;285;p49"/>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 name="Google Shape;286;p49"/>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 name="Google Shape;287;p49"/>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49"/>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 name="Google Shape;289;p49"/>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49"/>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 name="Google Shape;291;p49"/>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p49"/>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 name="Google Shape;293;p49"/>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 name="Google Shape;294;p49"/>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p49"/>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49"/>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97" name="Google Shape;297;p49"/>
          <p:cNvGrpSpPr/>
          <p:nvPr/>
        </p:nvGrpSpPr>
        <p:grpSpPr>
          <a:xfrm rot="5400000">
            <a:off x="8323667" y="3930984"/>
            <a:ext cx="1145952" cy="657282"/>
            <a:chOff x="864825" y="2381600"/>
            <a:chExt cx="802825" cy="460475"/>
          </a:xfrm>
        </p:grpSpPr>
        <p:sp>
          <p:nvSpPr>
            <p:cNvPr id="298" name="Google Shape;298;p49"/>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 name="Google Shape;299;p49"/>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49"/>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49"/>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49"/>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49"/>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49"/>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 name="Google Shape;305;p49"/>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 name="Google Shape;306;p49"/>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 name="Google Shape;307;p49"/>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49"/>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p49"/>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p49"/>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p49"/>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 name="Google Shape;312;p49"/>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 name="Google Shape;313;p49"/>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14" name="Google Shape;314;p49"/>
          <p:cNvSpPr/>
          <p:nvPr/>
        </p:nvSpPr>
        <p:spPr>
          <a:xfrm>
            <a:off x="8207225" y="-491187"/>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 name="Google Shape;315;p49"/>
          <p:cNvSpPr/>
          <p:nvPr/>
        </p:nvSpPr>
        <p:spPr>
          <a:xfrm>
            <a:off x="4112475" y="4692600"/>
            <a:ext cx="292800" cy="292800"/>
          </a:xfrm>
          <a:prstGeom prst="mathMultiply">
            <a:avLst>
              <a:gd name="adj1" fmla="val 2352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 name="Google Shape;316;p49"/>
          <p:cNvSpPr/>
          <p:nvPr/>
        </p:nvSpPr>
        <p:spPr>
          <a:xfrm>
            <a:off x="8568000" y="1458175"/>
            <a:ext cx="193200" cy="193200"/>
          </a:xfrm>
          <a:prstGeom prst="ellipse">
            <a:avLst/>
          </a:pr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49"/>
          <p:cNvSpPr/>
          <p:nvPr/>
        </p:nvSpPr>
        <p:spPr>
          <a:xfrm>
            <a:off x="286400" y="1033700"/>
            <a:ext cx="193200" cy="193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six columns">
  <p:cSld name="BLANK_6">
    <p:bg>
      <p:bgPr>
        <a:gradFill>
          <a:gsLst>
            <a:gs pos="0">
              <a:schemeClr val="dk2"/>
            </a:gs>
            <a:gs pos="100000">
              <a:schemeClr val="dk1"/>
            </a:gs>
          </a:gsLst>
          <a:lin ang="10800025" scaled="0"/>
        </a:gradFill>
        <a:effectLst/>
      </p:bgPr>
    </p:bg>
    <p:spTree>
      <p:nvGrpSpPr>
        <p:cNvPr id="1" name="Shape 318"/>
        <p:cNvGrpSpPr/>
        <p:nvPr/>
      </p:nvGrpSpPr>
      <p:grpSpPr>
        <a:xfrm>
          <a:off x="0" y="0"/>
          <a:ext cx="0" cy="0"/>
          <a:chOff x="0" y="0"/>
          <a:chExt cx="0" cy="0"/>
        </a:xfrm>
      </p:grpSpPr>
      <p:sp>
        <p:nvSpPr>
          <p:cNvPr id="319" name="Google Shape;319;p50"/>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0" name="Google Shape;320;p50"/>
          <p:cNvSpPr txBox="1">
            <a:spLocks noGrp="1"/>
          </p:cNvSpPr>
          <p:nvPr>
            <p:ph type="subTitle" idx="1"/>
          </p:nvPr>
        </p:nvSpPr>
        <p:spPr>
          <a:xfrm>
            <a:off x="946675" y="2435284"/>
            <a:ext cx="3255600" cy="429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321" name="Google Shape;321;p50"/>
          <p:cNvSpPr txBox="1">
            <a:spLocks noGrp="1"/>
          </p:cNvSpPr>
          <p:nvPr>
            <p:ph type="subTitle" idx="2"/>
          </p:nvPr>
        </p:nvSpPr>
        <p:spPr>
          <a:xfrm>
            <a:off x="946675" y="2732176"/>
            <a:ext cx="3255600" cy="700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200"/>
              <a:buNone/>
              <a:defRPr>
                <a:solidFill>
                  <a:schemeClr val="lt1"/>
                </a:solidFill>
              </a:defRPr>
            </a:lvl1pPr>
            <a:lvl2pPr lvl="1" algn="l">
              <a:lnSpc>
                <a:spcPct val="100000"/>
              </a:lnSpc>
              <a:spcBef>
                <a:spcPts val="0"/>
              </a:spcBef>
              <a:spcAft>
                <a:spcPts val="0"/>
              </a:spcAft>
              <a:buClr>
                <a:schemeClr val="dk1"/>
              </a:buClr>
              <a:buSzPts val="1200"/>
              <a:buNone/>
              <a:defRPr>
                <a:solidFill>
                  <a:schemeClr val="dk1"/>
                </a:solidFill>
              </a:defRPr>
            </a:lvl2pPr>
            <a:lvl3pPr lvl="2" algn="l">
              <a:lnSpc>
                <a:spcPct val="100000"/>
              </a:lnSpc>
              <a:spcBef>
                <a:spcPts val="0"/>
              </a:spcBef>
              <a:spcAft>
                <a:spcPts val="0"/>
              </a:spcAft>
              <a:buClr>
                <a:schemeClr val="dk1"/>
              </a:buClr>
              <a:buSzPts val="1200"/>
              <a:buNone/>
              <a:defRPr>
                <a:solidFill>
                  <a:schemeClr val="dk1"/>
                </a:solidFill>
              </a:defRPr>
            </a:lvl3pPr>
            <a:lvl4pPr lvl="3" algn="l">
              <a:lnSpc>
                <a:spcPct val="100000"/>
              </a:lnSpc>
              <a:spcBef>
                <a:spcPts val="0"/>
              </a:spcBef>
              <a:spcAft>
                <a:spcPts val="0"/>
              </a:spcAft>
              <a:buClr>
                <a:schemeClr val="dk1"/>
              </a:buClr>
              <a:buSzPts val="1200"/>
              <a:buNone/>
              <a:defRPr>
                <a:solidFill>
                  <a:schemeClr val="dk1"/>
                </a:solidFill>
              </a:defRPr>
            </a:lvl4pPr>
            <a:lvl5pPr lvl="4" algn="l">
              <a:lnSpc>
                <a:spcPct val="100000"/>
              </a:lnSpc>
              <a:spcBef>
                <a:spcPts val="0"/>
              </a:spcBef>
              <a:spcAft>
                <a:spcPts val="0"/>
              </a:spcAft>
              <a:buClr>
                <a:schemeClr val="dk1"/>
              </a:buClr>
              <a:buSzPts val="1200"/>
              <a:buNone/>
              <a:defRPr>
                <a:solidFill>
                  <a:schemeClr val="dk1"/>
                </a:solidFill>
              </a:defRPr>
            </a:lvl5pPr>
            <a:lvl6pPr lvl="5" algn="l">
              <a:lnSpc>
                <a:spcPct val="100000"/>
              </a:lnSpc>
              <a:spcBef>
                <a:spcPts val="0"/>
              </a:spcBef>
              <a:spcAft>
                <a:spcPts val="0"/>
              </a:spcAft>
              <a:buClr>
                <a:schemeClr val="dk1"/>
              </a:buClr>
              <a:buSzPts val="1200"/>
              <a:buNone/>
              <a:defRPr>
                <a:solidFill>
                  <a:schemeClr val="dk1"/>
                </a:solidFill>
              </a:defRPr>
            </a:lvl6pPr>
            <a:lvl7pPr lvl="6" algn="l">
              <a:lnSpc>
                <a:spcPct val="100000"/>
              </a:lnSpc>
              <a:spcBef>
                <a:spcPts val="0"/>
              </a:spcBef>
              <a:spcAft>
                <a:spcPts val="0"/>
              </a:spcAft>
              <a:buClr>
                <a:schemeClr val="dk1"/>
              </a:buClr>
              <a:buSzPts val="1200"/>
              <a:buNone/>
              <a:defRPr>
                <a:solidFill>
                  <a:schemeClr val="dk1"/>
                </a:solidFill>
              </a:defRPr>
            </a:lvl7pPr>
            <a:lvl8pPr lvl="7" algn="l">
              <a:lnSpc>
                <a:spcPct val="100000"/>
              </a:lnSpc>
              <a:spcBef>
                <a:spcPts val="0"/>
              </a:spcBef>
              <a:spcAft>
                <a:spcPts val="0"/>
              </a:spcAft>
              <a:buClr>
                <a:schemeClr val="dk1"/>
              </a:buClr>
              <a:buSzPts val="1200"/>
              <a:buNone/>
              <a:defRPr>
                <a:solidFill>
                  <a:schemeClr val="dk1"/>
                </a:solidFill>
              </a:defRPr>
            </a:lvl8pPr>
            <a:lvl9pPr lvl="8" algn="l">
              <a:lnSpc>
                <a:spcPct val="100000"/>
              </a:lnSpc>
              <a:spcBef>
                <a:spcPts val="0"/>
              </a:spcBef>
              <a:spcAft>
                <a:spcPts val="0"/>
              </a:spcAft>
              <a:buClr>
                <a:schemeClr val="dk1"/>
              </a:buClr>
              <a:buSzPts val="1200"/>
              <a:buNone/>
              <a:defRPr>
                <a:solidFill>
                  <a:schemeClr val="dk1"/>
                </a:solidFill>
              </a:defRPr>
            </a:lvl9pPr>
          </a:lstStyle>
          <a:p>
            <a:endParaRPr/>
          </a:p>
        </p:txBody>
      </p:sp>
      <p:sp>
        <p:nvSpPr>
          <p:cNvPr id="322" name="Google Shape;322;p50"/>
          <p:cNvSpPr txBox="1">
            <a:spLocks noGrp="1"/>
          </p:cNvSpPr>
          <p:nvPr>
            <p:ph type="subTitle" idx="3"/>
          </p:nvPr>
        </p:nvSpPr>
        <p:spPr>
          <a:xfrm>
            <a:off x="946675" y="1303161"/>
            <a:ext cx="3255600" cy="429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323" name="Google Shape;323;p50"/>
          <p:cNvSpPr txBox="1">
            <a:spLocks noGrp="1"/>
          </p:cNvSpPr>
          <p:nvPr>
            <p:ph type="subTitle" idx="4"/>
          </p:nvPr>
        </p:nvSpPr>
        <p:spPr>
          <a:xfrm>
            <a:off x="946675" y="1600053"/>
            <a:ext cx="3255600" cy="700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200"/>
              <a:buNone/>
              <a:defRPr>
                <a:solidFill>
                  <a:schemeClr val="lt1"/>
                </a:solidFill>
              </a:defRPr>
            </a:lvl1pPr>
            <a:lvl2pPr lvl="1" algn="l">
              <a:lnSpc>
                <a:spcPct val="100000"/>
              </a:lnSpc>
              <a:spcBef>
                <a:spcPts val="0"/>
              </a:spcBef>
              <a:spcAft>
                <a:spcPts val="0"/>
              </a:spcAft>
              <a:buClr>
                <a:schemeClr val="dk1"/>
              </a:buClr>
              <a:buSzPts val="1200"/>
              <a:buNone/>
              <a:defRPr>
                <a:solidFill>
                  <a:schemeClr val="dk1"/>
                </a:solidFill>
              </a:defRPr>
            </a:lvl2pPr>
            <a:lvl3pPr lvl="2" algn="l">
              <a:lnSpc>
                <a:spcPct val="100000"/>
              </a:lnSpc>
              <a:spcBef>
                <a:spcPts val="0"/>
              </a:spcBef>
              <a:spcAft>
                <a:spcPts val="0"/>
              </a:spcAft>
              <a:buClr>
                <a:schemeClr val="dk1"/>
              </a:buClr>
              <a:buSzPts val="1200"/>
              <a:buNone/>
              <a:defRPr>
                <a:solidFill>
                  <a:schemeClr val="dk1"/>
                </a:solidFill>
              </a:defRPr>
            </a:lvl3pPr>
            <a:lvl4pPr lvl="3" algn="l">
              <a:lnSpc>
                <a:spcPct val="100000"/>
              </a:lnSpc>
              <a:spcBef>
                <a:spcPts val="0"/>
              </a:spcBef>
              <a:spcAft>
                <a:spcPts val="0"/>
              </a:spcAft>
              <a:buClr>
                <a:schemeClr val="dk1"/>
              </a:buClr>
              <a:buSzPts val="1200"/>
              <a:buNone/>
              <a:defRPr>
                <a:solidFill>
                  <a:schemeClr val="dk1"/>
                </a:solidFill>
              </a:defRPr>
            </a:lvl4pPr>
            <a:lvl5pPr lvl="4" algn="l">
              <a:lnSpc>
                <a:spcPct val="100000"/>
              </a:lnSpc>
              <a:spcBef>
                <a:spcPts val="0"/>
              </a:spcBef>
              <a:spcAft>
                <a:spcPts val="0"/>
              </a:spcAft>
              <a:buClr>
                <a:schemeClr val="dk1"/>
              </a:buClr>
              <a:buSzPts val="1200"/>
              <a:buNone/>
              <a:defRPr>
                <a:solidFill>
                  <a:schemeClr val="dk1"/>
                </a:solidFill>
              </a:defRPr>
            </a:lvl5pPr>
            <a:lvl6pPr lvl="5" algn="l">
              <a:lnSpc>
                <a:spcPct val="100000"/>
              </a:lnSpc>
              <a:spcBef>
                <a:spcPts val="0"/>
              </a:spcBef>
              <a:spcAft>
                <a:spcPts val="0"/>
              </a:spcAft>
              <a:buClr>
                <a:schemeClr val="dk1"/>
              </a:buClr>
              <a:buSzPts val="1200"/>
              <a:buNone/>
              <a:defRPr>
                <a:solidFill>
                  <a:schemeClr val="dk1"/>
                </a:solidFill>
              </a:defRPr>
            </a:lvl6pPr>
            <a:lvl7pPr lvl="6" algn="l">
              <a:lnSpc>
                <a:spcPct val="100000"/>
              </a:lnSpc>
              <a:spcBef>
                <a:spcPts val="0"/>
              </a:spcBef>
              <a:spcAft>
                <a:spcPts val="0"/>
              </a:spcAft>
              <a:buClr>
                <a:schemeClr val="dk1"/>
              </a:buClr>
              <a:buSzPts val="1200"/>
              <a:buNone/>
              <a:defRPr>
                <a:solidFill>
                  <a:schemeClr val="dk1"/>
                </a:solidFill>
              </a:defRPr>
            </a:lvl7pPr>
            <a:lvl8pPr lvl="7" algn="l">
              <a:lnSpc>
                <a:spcPct val="100000"/>
              </a:lnSpc>
              <a:spcBef>
                <a:spcPts val="0"/>
              </a:spcBef>
              <a:spcAft>
                <a:spcPts val="0"/>
              </a:spcAft>
              <a:buClr>
                <a:schemeClr val="dk1"/>
              </a:buClr>
              <a:buSzPts val="1200"/>
              <a:buNone/>
              <a:defRPr>
                <a:solidFill>
                  <a:schemeClr val="dk1"/>
                </a:solidFill>
              </a:defRPr>
            </a:lvl8pPr>
            <a:lvl9pPr lvl="8" algn="l">
              <a:lnSpc>
                <a:spcPct val="100000"/>
              </a:lnSpc>
              <a:spcBef>
                <a:spcPts val="0"/>
              </a:spcBef>
              <a:spcAft>
                <a:spcPts val="0"/>
              </a:spcAft>
              <a:buClr>
                <a:schemeClr val="dk1"/>
              </a:buClr>
              <a:buSzPts val="1200"/>
              <a:buNone/>
              <a:defRPr>
                <a:solidFill>
                  <a:schemeClr val="dk1"/>
                </a:solidFill>
              </a:defRPr>
            </a:lvl9pPr>
          </a:lstStyle>
          <a:p>
            <a:endParaRPr/>
          </a:p>
        </p:txBody>
      </p:sp>
      <p:sp>
        <p:nvSpPr>
          <p:cNvPr id="324" name="Google Shape;324;p50"/>
          <p:cNvSpPr txBox="1">
            <a:spLocks noGrp="1"/>
          </p:cNvSpPr>
          <p:nvPr>
            <p:ph type="subTitle" idx="5"/>
          </p:nvPr>
        </p:nvSpPr>
        <p:spPr>
          <a:xfrm>
            <a:off x="946675" y="3567408"/>
            <a:ext cx="3255600" cy="429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325" name="Google Shape;325;p50"/>
          <p:cNvSpPr txBox="1">
            <a:spLocks noGrp="1"/>
          </p:cNvSpPr>
          <p:nvPr>
            <p:ph type="subTitle" idx="6"/>
          </p:nvPr>
        </p:nvSpPr>
        <p:spPr>
          <a:xfrm>
            <a:off x="946675" y="3864300"/>
            <a:ext cx="3255600" cy="700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200"/>
              <a:buNone/>
              <a:defRPr>
                <a:solidFill>
                  <a:schemeClr val="lt1"/>
                </a:solidFill>
              </a:defRPr>
            </a:lvl1pPr>
            <a:lvl2pPr lvl="1" algn="l">
              <a:lnSpc>
                <a:spcPct val="100000"/>
              </a:lnSpc>
              <a:spcBef>
                <a:spcPts val="0"/>
              </a:spcBef>
              <a:spcAft>
                <a:spcPts val="0"/>
              </a:spcAft>
              <a:buClr>
                <a:schemeClr val="dk1"/>
              </a:buClr>
              <a:buSzPts val="1200"/>
              <a:buNone/>
              <a:defRPr>
                <a:solidFill>
                  <a:schemeClr val="dk1"/>
                </a:solidFill>
              </a:defRPr>
            </a:lvl2pPr>
            <a:lvl3pPr lvl="2" algn="l">
              <a:lnSpc>
                <a:spcPct val="100000"/>
              </a:lnSpc>
              <a:spcBef>
                <a:spcPts val="0"/>
              </a:spcBef>
              <a:spcAft>
                <a:spcPts val="0"/>
              </a:spcAft>
              <a:buClr>
                <a:schemeClr val="dk1"/>
              </a:buClr>
              <a:buSzPts val="1200"/>
              <a:buNone/>
              <a:defRPr>
                <a:solidFill>
                  <a:schemeClr val="dk1"/>
                </a:solidFill>
              </a:defRPr>
            </a:lvl3pPr>
            <a:lvl4pPr lvl="3" algn="l">
              <a:lnSpc>
                <a:spcPct val="100000"/>
              </a:lnSpc>
              <a:spcBef>
                <a:spcPts val="0"/>
              </a:spcBef>
              <a:spcAft>
                <a:spcPts val="0"/>
              </a:spcAft>
              <a:buClr>
                <a:schemeClr val="dk1"/>
              </a:buClr>
              <a:buSzPts val="1200"/>
              <a:buNone/>
              <a:defRPr>
                <a:solidFill>
                  <a:schemeClr val="dk1"/>
                </a:solidFill>
              </a:defRPr>
            </a:lvl4pPr>
            <a:lvl5pPr lvl="4" algn="l">
              <a:lnSpc>
                <a:spcPct val="100000"/>
              </a:lnSpc>
              <a:spcBef>
                <a:spcPts val="0"/>
              </a:spcBef>
              <a:spcAft>
                <a:spcPts val="0"/>
              </a:spcAft>
              <a:buClr>
                <a:schemeClr val="dk1"/>
              </a:buClr>
              <a:buSzPts val="1200"/>
              <a:buNone/>
              <a:defRPr>
                <a:solidFill>
                  <a:schemeClr val="dk1"/>
                </a:solidFill>
              </a:defRPr>
            </a:lvl5pPr>
            <a:lvl6pPr lvl="5" algn="l">
              <a:lnSpc>
                <a:spcPct val="100000"/>
              </a:lnSpc>
              <a:spcBef>
                <a:spcPts val="0"/>
              </a:spcBef>
              <a:spcAft>
                <a:spcPts val="0"/>
              </a:spcAft>
              <a:buClr>
                <a:schemeClr val="dk1"/>
              </a:buClr>
              <a:buSzPts val="1200"/>
              <a:buNone/>
              <a:defRPr>
                <a:solidFill>
                  <a:schemeClr val="dk1"/>
                </a:solidFill>
              </a:defRPr>
            </a:lvl6pPr>
            <a:lvl7pPr lvl="6" algn="l">
              <a:lnSpc>
                <a:spcPct val="100000"/>
              </a:lnSpc>
              <a:spcBef>
                <a:spcPts val="0"/>
              </a:spcBef>
              <a:spcAft>
                <a:spcPts val="0"/>
              </a:spcAft>
              <a:buClr>
                <a:schemeClr val="dk1"/>
              </a:buClr>
              <a:buSzPts val="1200"/>
              <a:buNone/>
              <a:defRPr>
                <a:solidFill>
                  <a:schemeClr val="dk1"/>
                </a:solidFill>
              </a:defRPr>
            </a:lvl7pPr>
            <a:lvl8pPr lvl="7" algn="l">
              <a:lnSpc>
                <a:spcPct val="100000"/>
              </a:lnSpc>
              <a:spcBef>
                <a:spcPts val="0"/>
              </a:spcBef>
              <a:spcAft>
                <a:spcPts val="0"/>
              </a:spcAft>
              <a:buClr>
                <a:schemeClr val="dk1"/>
              </a:buClr>
              <a:buSzPts val="1200"/>
              <a:buNone/>
              <a:defRPr>
                <a:solidFill>
                  <a:schemeClr val="dk1"/>
                </a:solidFill>
              </a:defRPr>
            </a:lvl8pPr>
            <a:lvl9pPr lvl="8" algn="l">
              <a:lnSpc>
                <a:spcPct val="100000"/>
              </a:lnSpc>
              <a:spcBef>
                <a:spcPts val="0"/>
              </a:spcBef>
              <a:spcAft>
                <a:spcPts val="0"/>
              </a:spcAft>
              <a:buClr>
                <a:schemeClr val="dk1"/>
              </a:buClr>
              <a:buSzPts val="1200"/>
              <a:buNone/>
              <a:defRPr>
                <a:solidFill>
                  <a:schemeClr val="dk1"/>
                </a:solidFill>
              </a:defRPr>
            </a:lvl9pPr>
          </a:lstStyle>
          <a:p>
            <a:endParaRPr/>
          </a:p>
        </p:txBody>
      </p:sp>
      <p:sp>
        <p:nvSpPr>
          <p:cNvPr id="326" name="Google Shape;326;p50"/>
          <p:cNvSpPr txBox="1">
            <a:spLocks noGrp="1"/>
          </p:cNvSpPr>
          <p:nvPr>
            <p:ph type="subTitle" idx="7"/>
          </p:nvPr>
        </p:nvSpPr>
        <p:spPr>
          <a:xfrm>
            <a:off x="4941725" y="2435284"/>
            <a:ext cx="3255600" cy="429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327" name="Google Shape;327;p50"/>
          <p:cNvSpPr txBox="1">
            <a:spLocks noGrp="1"/>
          </p:cNvSpPr>
          <p:nvPr>
            <p:ph type="subTitle" idx="8"/>
          </p:nvPr>
        </p:nvSpPr>
        <p:spPr>
          <a:xfrm>
            <a:off x="4941725" y="2732177"/>
            <a:ext cx="3255600" cy="700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200"/>
              <a:buNone/>
              <a:defRPr>
                <a:solidFill>
                  <a:schemeClr val="lt1"/>
                </a:solidFill>
              </a:defRPr>
            </a:lvl1pPr>
            <a:lvl2pPr lvl="1" algn="l">
              <a:lnSpc>
                <a:spcPct val="100000"/>
              </a:lnSpc>
              <a:spcBef>
                <a:spcPts val="0"/>
              </a:spcBef>
              <a:spcAft>
                <a:spcPts val="0"/>
              </a:spcAft>
              <a:buClr>
                <a:schemeClr val="dk1"/>
              </a:buClr>
              <a:buSzPts val="1200"/>
              <a:buNone/>
              <a:defRPr>
                <a:solidFill>
                  <a:schemeClr val="dk1"/>
                </a:solidFill>
              </a:defRPr>
            </a:lvl2pPr>
            <a:lvl3pPr lvl="2" algn="l">
              <a:lnSpc>
                <a:spcPct val="100000"/>
              </a:lnSpc>
              <a:spcBef>
                <a:spcPts val="0"/>
              </a:spcBef>
              <a:spcAft>
                <a:spcPts val="0"/>
              </a:spcAft>
              <a:buClr>
                <a:schemeClr val="dk1"/>
              </a:buClr>
              <a:buSzPts val="1200"/>
              <a:buNone/>
              <a:defRPr>
                <a:solidFill>
                  <a:schemeClr val="dk1"/>
                </a:solidFill>
              </a:defRPr>
            </a:lvl3pPr>
            <a:lvl4pPr lvl="3" algn="l">
              <a:lnSpc>
                <a:spcPct val="100000"/>
              </a:lnSpc>
              <a:spcBef>
                <a:spcPts val="0"/>
              </a:spcBef>
              <a:spcAft>
                <a:spcPts val="0"/>
              </a:spcAft>
              <a:buClr>
                <a:schemeClr val="dk1"/>
              </a:buClr>
              <a:buSzPts val="1200"/>
              <a:buNone/>
              <a:defRPr>
                <a:solidFill>
                  <a:schemeClr val="dk1"/>
                </a:solidFill>
              </a:defRPr>
            </a:lvl4pPr>
            <a:lvl5pPr lvl="4" algn="l">
              <a:lnSpc>
                <a:spcPct val="100000"/>
              </a:lnSpc>
              <a:spcBef>
                <a:spcPts val="0"/>
              </a:spcBef>
              <a:spcAft>
                <a:spcPts val="0"/>
              </a:spcAft>
              <a:buClr>
                <a:schemeClr val="dk1"/>
              </a:buClr>
              <a:buSzPts val="1200"/>
              <a:buNone/>
              <a:defRPr>
                <a:solidFill>
                  <a:schemeClr val="dk1"/>
                </a:solidFill>
              </a:defRPr>
            </a:lvl5pPr>
            <a:lvl6pPr lvl="5" algn="l">
              <a:lnSpc>
                <a:spcPct val="100000"/>
              </a:lnSpc>
              <a:spcBef>
                <a:spcPts val="0"/>
              </a:spcBef>
              <a:spcAft>
                <a:spcPts val="0"/>
              </a:spcAft>
              <a:buClr>
                <a:schemeClr val="dk1"/>
              </a:buClr>
              <a:buSzPts val="1200"/>
              <a:buNone/>
              <a:defRPr>
                <a:solidFill>
                  <a:schemeClr val="dk1"/>
                </a:solidFill>
              </a:defRPr>
            </a:lvl6pPr>
            <a:lvl7pPr lvl="6" algn="l">
              <a:lnSpc>
                <a:spcPct val="100000"/>
              </a:lnSpc>
              <a:spcBef>
                <a:spcPts val="0"/>
              </a:spcBef>
              <a:spcAft>
                <a:spcPts val="0"/>
              </a:spcAft>
              <a:buClr>
                <a:schemeClr val="dk1"/>
              </a:buClr>
              <a:buSzPts val="1200"/>
              <a:buNone/>
              <a:defRPr>
                <a:solidFill>
                  <a:schemeClr val="dk1"/>
                </a:solidFill>
              </a:defRPr>
            </a:lvl7pPr>
            <a:lvl8pPr lvl="7" algn="l">
              <a:lnSpc>
                <a:spcPct val="100000"/>
              </a:lnSpc>
              <a:spcBef>
                <a:spcPts val="0"/>
              </a:spcBef>
              <a:spcAft>
                <a:spcPts val="0"/>
              </a:spcAft>
              <a:buClr>
                <a:schemeClr val="dk1"/>
              </a:buClr>
              <a:buSzPts val="1200"/>
              <a:buNone/>
              <a:defRPr>
                <a:solidFill>
                  <a:schemeClr val="dk1"/>
                </a:solidFill>
              </a:defRPr>
            </a:lvl8pPr>
            <a:lvl9pPr lvl="8" algn="l">
              <a:lnSpc>
                <a:spcPct val="100000"/>
              </a:lnSpc>
              <a:spcBef>
                <a:spcPts val="0"/>
              </a:spcBef>
              <a:spcAft>
                <a:spcPts val="0"/>
              </a:spcAft>
              <a:buClr>
                <a:schemeClr val="dk1"/>
              </a:buClr>
              <a:buSzPts val="1200"/>
              <a:buNone/>
              <a:defRPr>
                <a:solidFill>
                  <a:schemeClr val="dk1"/>
                </a:solidFill>
              </a:defRPr>
            </a:lvl9pPr>
          </a:lstStyle>
          <a:p>
            <a:endParaRPr/>
          </a:p>
        </p:txBody>
      </p:sp>
      <p:sp>
        <p:nvSpPr>
          <p:cNvPr id="328" name="Google Shape;328;p50"/>
          <p:cNvSpPr txBox="1">
            <a:spLocks noGrp="1"/>
          </p:cNvSpPr>
          <p:nvPr>
            <p:ph type="subTitle" idx="9"/>
          </p:nvPr>
        </p:nvSpPr>
        <p:spPr>
          <a:xfrm>
            <a:off x="4941725" y="1303161"/>
            <a:ext cx="3255600" cy="429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329" name="Google Shape;329;p50"/>
          <p:cNvSpPr txBox="1">
            <a:spLocks noGrp="1"/>
          </p:cNvSpPr>
          <p:nvPr>
            <p:ph type="subTitle" idx="13"/>
          </p:nvPr>
        </p:nvSpPr>
        <p:spPr>
          <a:xfrm>
            <a:off x="4941725" y="1600053"/>
            <a:ext cx="3255600" cy="700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200"/>
              <a:buNone/>
              <a:defRPr>
                <a:solidFill>
                  <a:schemeClr val="lt1"/>
                </a:solidFill>
              </a:defRPr>
            </a:lvl1pPr>
            <a:lvl2pPr lvl="1" algn="l">
              <a:lnSpc>
                <a:spcPct val="100000"/>
              </a:lnSpc>
              <a:spcBef>
                <a:spcPts val="0"/>
              </a:spcBef>
              <a:spcAft>
                <a:spcPts val="0"/>
              </a:spcAft>
              <a:buClr>
                <a:schemeClr val="dk1"/>
              </a:buClr>
              <a:buSzPts val="1200"/>
              <a:buNone/>
              <a:defRPr>
                <a:solidFill>
                  <a:schemeClr val="dk1"/>
                </a:solidFill>
              </a:defRPr>
            </a:lvl2pPr>
            <a:lvl3pPr lvl="2" algn="l">
              <a:lnSpc>
                <a:spcPct val="100000"/>
              </a:lnSpc>
              <a:spcBef>
                <a:spcPts val="0"/>
              </a:spcBef>
              <a:spcAft>
                <a:spcPts val="0"/>
              </a:spcAft>
              <a:buClr>
                <a:schemeClr val="dk1"/>
              </a:buClr>
              <a:buSzPts val="1200"/>
              <a:buNone/>
              <a:defRPr>
                <a:solidFill>
                  <a:schemeClr val="dk1"/>
                </a:solidFill>
              </a:defRPr>
            </a:lvl3pPr>
            <a:lvl4pPr lvl="3" algn="l">
              <a:lnSpc>
                <a:spcPct val="100000"/>
              </a:lnSpc>
              <a:spcBef>
                <a:spcPts val="0"/>
              </a:spcBef>
              <a:spcAft>
                <a:spcPts val="0"/>
              </a:spcAft>
              <a:buClr>
                <a:schemeClr val="dk1"/>
              </a:buClr>
              <a:buSzPts val="1200"/>
              <a:buNone/>
              <a:defRPr>
                <a:solidFill>
                  <a:schemeClr val="dk1"/>
                </a:solidFill>
              </a:defRPr>
            </a:lvl4pPr>
            <a:lvl5pPr lvl="4" algn="l">
              <a:lnSpc>
                <a:spcPct val="100000"/>
              </a:lnSpc>
              <a:spcBef>
                <a:spcPts val="0"/>
              </a:spcBef>
              <a:spcAft>
                <a:spcPts val="0"/>
              </a:spcAft>
              <a:buClr>
                <a:schemeClr val="dk1"/>
              </a:buClr>
              <a:buSzPts val="1200"/>
              <a:buNone/>
              <a:defRPr>
                <a:solidFill>
                  <a:schemeClr val="dk1"/>
                </a:solidFill>
              </a:defRPr>
            </a:lvl5pPr>
            <a:lvl6pPr lvl="5" algn="l">
              <a:lnSpc>
                <a:spcPct val="100000"/>
              </a:lnSpc>
              <a:spcBef>
                <a:spcPts val="0"/>
              </a:spcBef>
              <a:spcAft>
                <a:spcPts val="0"/>
              </a:spcAft>
              <a:buClr>
                <a:schemeClr val="dk1"/>
              </a:buClr>
              <a:buSzPts val="1200"/>
              <a:buNone/>
              <a:defRPr>
                <a:solidFill>
                  <a:schemeClr val="dk1"/>
                </a:solidFill>
              </a:defRPr>
            </a:lvl6pPr>
            <a:lvl7pPr lvl="6" algn="l">
              <a:lnSpc>
                <a:spcPct val="100000"/>
              </a:lnSpc>
              <a:spcBef>
                <a:spcPts val="0"/>
              </a:spcBef>
              <a:spcAft>
                <a:spcPts val="0"/>
              </a:spcAft>
              <a:buClr>
                <a:schemeClr val="dk1"/>
              </a:buClr>
              <a:buSzPts val="1200"/>
              <a:buNone/>
              <a:defRPr>
                <a:solidFill>
                  <a:schemeClr val="dk1"/>
                </a:solidFill>
              </a:defRPr>
            </a:lvl7pPr>
            <a:lvl8pPr lvl="7" algn="l">
              <a:lnSpc>
                <a:spcPct val="100000"/>
              </a:lnSpc>
              <a:spcBef>
                <a:spcPts val="0"/>
              </a:spcBef>
              <a:spcAft>
                <a:spcPts val="0"/>
              </a:spcAft>
              <a:buClr>
                <a:schemeClr val="dk1"/>
              </a:buClr>
              <a:buSzPts val="1200"/>
              <a:buNone/>
              <a:defRPr>
                <a:solidFill>
                  <a:schemeClr val="dk1"/>
                </a:solidFill>
              </a:defRPr>
            </a:lvl8pPr>
            <a:lvl9pPr lvl="8" algn="l">
              <a:lnSpc>
                <a:spcPct val="100000"/>
              </a:lnSpc>
              <a:spcBef>
                <a:spcPts val="0"/>
              </a:spcBef>
              <a:spcAft>
                <a:spcPts val="0"/>
              </a:spcAft>
              <a:buClr>
                <a:schemeClr val="dk1"/>
              </a:buClr>
              <a:buSzPts val="1200"/>
              <a:buNone/>
              <a:defRPr>
                <a:solidFill>
                  <a:schemeClr val="dk1"/>
                </a:solidFill>
              </a:defRPr>
            </a:lvl9pPr>
          </a:lstStyle>
          <a:p>
            <a:endParaRPr/>
          </a:p>
        </p:txBody>
      </p:sp>
      <p:sp>
        <p:nvSpPr>
          <p:cNvPr id="330" name="Google Shape;330;p50"/>
          <p:cNvSpPr txBox="1">
            <a:spLocks noGrp="1"/>
          </p:cNvSpPr>
          <p:nvPr>
            <p:ph type="subTitle" idx="14"/>
          </p:nvPr>
        </p:nvSpPr>
        <p:spPr>
          <a:xfrm>
            <a:off x="4941725" y="3567408"/>
            <a:ext cx="3255600" cy="429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000"/>
              <a:buFont typeface="Russo One"/>
              <a:buNone/>
              <a:defRPr sz="2000">
                <a:solidFill>
                  <a:schemeClr val="lt1"/>
                </a:solidFill>
                <a:latin typeface="Russo One"/>
                <a:ea typeface="Russo One"/>
                <a:cs typeface="Russo One"/>
                <a:sym typeface="Russo One"/>
              </a:defRPr>
            </a:lvl1pPr>
            <a:lvl2pPr lvl="1"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2pPr>
            <a:lvl3pPr lvl="2"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3pPr>
            <a:lvl4pPr lvl="3"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4pPr>
            <a:lvl5pPr lvl="4"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5pPr>
            <a:lvl6pPr lvl="5"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6pPr>
            <a:lvl7pPr lvl="6"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7pPr>
            <a:lvl8pPr lvl="7"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8pPr>
            <a:lvl9pPr lvl="8" algn="l">
              <a:lnSpc>
                <a:spcPct val="100000"/>
              </a:lnSpc>
              <a:spcBef>
                <a:spcPts val="0"/>
              </a:spcBef>
              <a:spcAft>
                <a:spcPts val="0"/>
              </a:spcAft>
              <a:buClr>
                <a:schemeClr val="dk1"/>
              </a:buClr>
              <a:buSzPts val="2000"/>
              <a:buFont typeface="Russo One"/>
              <a:buNone/>
              <a:defRPr sz="2000">
                <a:solidFill>
                  <a:schemeClr val="dk1"/>
                </a:solidFill>
                <a:latin typeface="Russo One"/>
                <a:ea typeface="Russo One"/>
                <a:cs typeface="Russo One"/>
                <a:sym typeface="Russo One"/>
              </a:defRPr>
            </a:lvl9pPr>
          </a:lstStyle>
          <a:p>
            <a:endParaRPr/>
          </a:p>
        </p:txBody>
      </p:sp>
      <p:sp>
        <p:nvSpPr>
          <p:cNvPr id="331" name="Google Shape;331;p50"/>
          <p:cNvSpPr txBox="1">
            <a:spLocks noGrp="1"/>
          </p:cNvSpPr>
          <p:nvPr>
            <p:ph type="subTitle" idx="15"/>
          </p:nvPr>
        </p:nvSpPr>
        <p:spPr>
          <a:xfrm>
            <a:off x="4941725" y="3864300"/>
            <a:ext cx="3255600" cy="700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200"/>
              <a:buNone/>
              <a:defRPr>
                <a:solidFill>
                  <a:schemeClr val="lt1"/>
                </a:solidFill>
              </a:defRPr>
            </a:lvl1pPr>
            <a:lvl2pPr lvl="1" algn="l">
              <a:lnSpc>
                <a:spcPct val="100000"/>
              </a:lnSpc>
              <a:spcBef>
                <a:spcPts val="0"/>
              </a:spcBef>
              <a:spcAft>
                <a:spcPts val="0"/>
              </a:spcAft>
              <a:buClr>
                <a:schemeClr val="dk1"/>
              </a:buClr>
              <a:buSzPts val="1200"/>
              <a:buNone/>
              <a:defRPr>
                <a:solidFill>
                  <a:schemeClr val="dk1"/>
                </a:solidFill>
              </a:defRPr>
            </a:lvl2pPr>
            <a:lvl3pPr lvl="2" algn="l">
              <a:lnSpc>
                <a:spcPct val="100000"/>
              </a:lnSpc>
              <a:spcBef>
                <a:spcPts val="0"/>
              </a:spcBef>
              <a:spcAft>
                <a:spcPts val="0"/>
              </a:spcAft>
              <a:buClr>
                <a:schemeClr val="dk1"/>
              </a:buClr>
              <a:buSzPts val="1200"/>
              <a:buNone/>
              <a:defRPr>
                <a:solidFill>
                  <a:schemeClr val="dk1"/>
                </a:solidFill>
              </a:defRPr>
            </a:lvl3pPr>
            <a:lvl4pPr lvl="3" algn="l">
              <a:lnSpc>
                <a:spcPct val="100000"/>
              </a:lnSpc>
              <a:spcBef>
                <a:spcPts val="0"/>
              </a:spcBef>
              <a:spcAft>
                <a:spcPts val="0"/>
              </a:spcAft>
              <a:buClr>
                <a:schemeClr val="dk1"/>
              </a:buClr>
              <a:buSzPts val="1200"/>
              <a:buNone/>
              <a:defRPr>
                <a:solidFill>
                  <a:schemeClr val="dk1"/>
                </a:solidFill>
              </a:defRPr>
            </a:lvl4pPr>
            <a:lvl5pPr lvl="4" algn="l">
              <a:lnSpc>
                <a:spcPct val="100000"/>
              </a:lnSpc>
              <a:spcBef>
                <a:spcPts val="0"/>
              </a:spcBef>
              <a:spcAft>
                <a:spcPts val="0"/>
              </a:spcAft>
              <a:buClr>
                <a:schemeClr val="dk1"/>
              </a:buClr>
              <a:buSzPts val="1200"/>
              <a:buNone/>
              <a:defRPr>
                <a:solidFill>
                  <a:schemeClr val="dk1"/>
                </a:solidFill>
              </a:defRPr>
            </a:lvl5pPr>
            <a:lvl6pPr lvl="5" algn="l">
              <a:lnSpc>
                <a:spcPct val="100000"/>
              </a:lnSpc>
              <a:spcBef>
                <a:spcPts val="0"/>
              </a:spcBef>
              <a:spcAft>
                <a:spcPts val="0"/>
              </a:spcAft>
              <a:buClr>
                <a:schemeClr val="dk1"/>
              </a:buClr>
              <a:buSzPts val="1200"/>
              <a:buNone/>
              <a:defRPr>
                <a:solidFill>
                  <a:schemeClr val="dk1"/>
                </a:solidFill>
              </a:defRPr>
            </a:lvl6pPr>
            <a:lvl7pPr lvl="6" algn="l">
              <a:lnSpc>
                <a:spcPct val="100000"/>
              </a:lnSpc>
              <a:spcBef>
                <a:spcPts val="0"/>
              </a:spcBef>
              <a:spcAft>
                <a:spcPts val="0"/>
              </a:spcAft>
              <a:buClr>
                <a:schemeClr val="dk1"/>
              </a:buClr>
              <a:buSzPts val="1200"/>
              <a:buNone/>
              <a:defRPr>
                <a:solidFill>
                  <a:schemeClr val="dk1"/>
                </a:solidFill>
              </a:defRPr>
            </a:lvl7pPr>
            <a:lvl8pPr lvl="7" algn="l">
              <a:lnSpc>
                <a:spcPct val="100000"/>
              </a:lnSpc>
              <a:spcBef>
                <a:spcPts val="0"/>
              </a:spcBef>
              <a:spcAft>
                <a:spcPts val="0"/>
              </a:spcAft>
              <a:buClr>
                <a:schemeClr val="dk1"/>
              </a:buClr>
              <a:buSzPts val="1200"/>
              <a:buNone/>
              <a:defRPr>
                <a:solidFill>
                  <a:schemeClr val="dk1"/>
                </a:solidFill>
              </a:defRPr>
            </a:lvl8pPr>
            <a:lvl9pPr lvl="8" algn="l">
              <a:lnSpc>
                <a:spcPct val="100000"/>
              </a:lnSpc>
              <a:spcBef>
                <a:spcPts val="0"/>
              </a:spcBef>
              <a:spcAft>
                <a:spcPts val="0"/>
              </a:spcAft>
              <a:buClr>
                <a:schemeClr val="dk1"/>
              </a:buClr>
              <a:buSzPts val="1200"/>
              <a:buNone/>
              <a:defRPr>
                <a:solidFill>
                  <a:schemeClr val="dk1"/>
                </a:solidFill>
              </a:defRPr>
            </a:lvl9pPr>
          </a:lstStyle>
          <a:p>
            <a:endParaRPr/>
          </a:p>
        </p:txBody>
      </p:sp>
      <p:sp>
        <p:nvSpPr>
          <p:cNvPr id="332" name="Google Shape;332;p50"/>
          <p:cNvSpPr/>
          <p:nvPr/>
        </p:nvSpPr>
        <p:spPr>
          <a:xfrm rot="10800000">
            <a:off x="8596224" y="3798688"/>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33" name="Google Shape;333;p50"/>
          <p:cNvGrpSpPr/>
          <p:nvPr/>
        </p:nvGrpSpPr>
        <p:grpSpPr>
          <a:xfrm flipH="1">
            <a:off x="6274279" y="-258653"/>
            <a:ext cx="1145952" cy="657282"/>
            <a:chOff x="864825" y="2381600"/>
            <a:chExt cx="802825" cy="460475"/>
          </a:xfrm>
        </p:grpSpPr>
        <p:sp>
          <p:nvSpPr>
            <p:cNvPr id="334" name="Google Shape;334;p50"/>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p50"/>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 name="Google Shape;336;p50"/>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 name="Google Shape;337;p50"/>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50"/>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p50"/>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p50"/>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p50"/>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 name="Google Shape;342;p50"/>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 name="Google Shape;343;p50"/>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 name="Google Shape;344;p50"/>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 name="Google Shape;345;p50"/>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 name="Google Shape;346;p50"/>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p50"/>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 name="Google Shape;348;p50"/>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 name="Google Shape;349;p50"/>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50" name="Google Shape;350;p50"/>
          <p:cNvGrpSpPr/>
          <p:nvPr/>
        </p:nvGrpSpPr>
        <p:grpSpPr>
          <a:xfrm rot="-5400000" flipH="1">
            <a:off x="-331721" y="3930984"/>
            <a:ext cx="1145952" cy="657282"/>
            <a:chOff x="864825" y="2381600"/>
            <a:chExt cx="802825" cy="460475"/>
          </a:xfrm>
        </p:grpSpPr>
        <p:sp>
          <p:nvSpPr>
            <p:cNvPr id="351" name="Google Shape;351;p50"/>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 name="Google Shape;352;p50"/>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 name="Google Shape;353;p50"/>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 name="Google Shape;354;p50"/>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 name="Google Shape;355;p50"/>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 name="Google Shape;356;p50"/>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 name="Google Shape;357;p50"/>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 name="Google Shape;358;p50"/>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 name="Google Shape;359;p50"/>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50"/>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 name="Google Shape;361;p50"/>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 name="Google Shape;362;p50"/>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 name="Google Shape;363;p50"/>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 name="Google Shape;364;p50"/>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 name="Google Shape;365;p50"/>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 name="Google Shape;366;p50"/>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67" name="Google Shape;367;p50"/>
          <p:cNvSpPr/>
          <p:nvPr/>
        </p:nvSpPr>
        <p:spPr>
          <a:xfrm flipH="1">
            <a:off x="-448126" y="-491187"/>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 name="Google Shape;368;p50"/>
          <p:cNvSpPr/>
          <p:nvPr/>
        </p:nvSpPr>
        <p:spPr>
          <a:xfrm flipH="1">
            <a:off x="376699" y="1458175"/>
            <a:ext cx="193200" cy="193200"/>
          </a:xfrm>
          <a:prstGeom prst="ellipse">
            <a:avLst/>
          </a:pr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 name="Google Shape;369;p50"/>
          <p:cNvSpPr/>
          <p:nvPr/>
        </p:nvSpPr>
        <p:spPr>
          <a:xfrm flipH="1">
            <a:off x="4475399" y="4604000"/>
            <a:ext cx="193200" cy="193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 name="Google Shape;370;p50"/>
          <p:cNvSpPr/>
          <p:nvPr/>
        </p:nvSpPr>
        <p:spPr>
          <a:xfrm>
            <a:off x="8688756" y="1458175"/>
            <a:ext cx="304800" cy="3048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Numbers and text">
  <p:cSld name="BLANK_5">
    <p:bg>
      <p:bgPr>
        <a:gradFill>
          <a:gsLst>
            <a:gs pos="0">
              <a:schemeClr val="dk2"/>
            </a:gs>
            <a:gs pos="100000">
              <a:schemeClr val="dk1"/>
            </a:gs>
          </a:gsLst>
          <a:lin ang="10800025" scaled="0"/>
        </a:gradFill>
        <a:effectLst/>
      </p:bgPr>
    </p:bg>
    <p:spTree>
      <p:nvGrpSpPr>
        <p:cNvPr id="1" name="Shape 371"/>
        <p:cNvGrpSpPr/>
        <p:nvPr/>
      </p:nvGrpSpPr>
      <p:grpSpPr>
        <a:xfrm>
          <a:off x="0" y="0"/>
          <a:ext cx="0" cy="0"/>
          <a:chOff x="0" y="0"/>
          <a:chExt cx="0" cy="0"/>
        </a:xfrm>
      </p:grpSpPr>
      <p:sp>
        <p:nvSpPr>
          <p:cNvPr id="372" name="Google Shape;372;p51"/>
          <p:cNvSpPr txBox="1">
            <a:spLocks noGrp="1"/>
          </p:cNvSpPr>
          <p:nvPr>
            <p:ph type="title"/>
          </p:nvPr>
        </p:nvSpPr>
        <p:spPr>
          <a:xfrm>
            <a:off x="713175" y="2815413"/>
            <a:ext cx="3729300" cy="9975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5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373" name="Google Shape;373;p51"/>
          <p:cNvSpPr txBox="1">
            <a:spLocks noGrp="1"/>
          </p:cNvSpPr>
          <p:nvPr>
            <p:ph type="subTitle" idx="1"/>
          </p:nvPr>
        </p:nvSpPr>
        <p:spPr>
          <a:xfrm>
            <a:off x="713163" y="3978213"/>
            <a:ext cx="3729300" cy="429000"/>
          </a:xfrm>
          <a:prstGeom prst="rect">
            <a:avLst/>
          </a:pr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1800"/>
              <a:buNone/>
              <a:defRPr sz="1800">
                <a:solidFill>
                  <a:schemeClr val="dk1"/>
                </a:solidFill>
              </a:defRPr>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374" name="Google Shape;374;p51"/>
          <p:cNvSpPr txBox="1">
            <a:spLocks noGrp="1"/>
          </p:cNvSpPr>
          <p:nvPr>
            <p:ph type="title" idx="2"/>
          </p:nvPr>
        </p:nvSpPr>
        <p:spPr>
          <a:xfrm>
            <a:off x="4701550" y="2815413"/>
            <a:ext cx="3729300" cy="9975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5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375" name="Google Shape;375;p51"/>
          <p:cNvSpPr txBox="1">
            <a:spLocks noGrp="1"/>
          </p:cNvSpPr>
          <p:nvPr>
            <p:ph type="subTitle" idx="3"/>
          </p:nvPr>
        </p:nvSpPr>
        <p:spPr>
          <a:xfrm>
            <a:off x="4701538" y="3978213"/>
            <a:ext cx="3729300" cy="429000"/>
          </a:xfrm>
          <a:prstGeom prst="rect">
            <a:avLst/>
          </a:pr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1800"/>
              <a:buNone/>
              <a:defRPr sz="1800">
                <a:solidFill>
                  <a:schemeClr val="dk1"/>
                </a:solidFill>
              </a:defRPr>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376" name="Google Shape;376;p51"/>
          <p:cNvSpPr txBox="1">
            <a:spLocks noGrp="1"/>
          </p:cNvSpPr>
          <p:nvPr>
            <p:ph type="title" idx="4"/>
          </p:nvPr>
        </p:nvSpPr>
        <p:spPr>
          <a:xfrm>
            <a:off x="2707350" y="736288"/>
            <a:ext cx="3729300" cy="9975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5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377" name="Google Shape;377;p51"/>
          <p:cNvSpPr txBox="1">
            <a:spLocks noGrp="1"/>
          </p:cNvSpPr>
          <p:nvPr>
            <p:ph type="subTitle" idx="5"/>
          </p:nvPr>
        </p:nvSpPr>
        <p:spPr>
          <a:xfrm>
            <a:off x="2707338" y="1899063"/>
            <a:ext cx="3729300" cy="429000"/>
          </a:xfrm>
          <a:prstGeom prst="rect">
            <a:avLst/>
          </a:pr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1800"/>
              <a:buNone/>
              <a:defRPr sz="1800">
                <a:solidFill>
                  <a:schemeClr val="dk1"/>
                </a:solidFill>
              </a:defRPr>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a:endParaRPr/>
          </a:p>
        </p:txBody>
      </p:sp>
      <p:grpSp>
        <p:nvGrpSpPr>
          <p:cNvPr id="378" name="Google Shape;378;p51"/>
          <p:cNvGrpSpPr/>
          <p:nvPr/>
        </p:nvGrpSpPr>
        <p:grpSpPr>
          <a:xfrm>
            <a:off x="6503617" y="-151666"/>
            <a:ext cx="1145952" cy="657282"/>
            <a:chOff x="864825" y="2381600"/>
            <a:chExt cx="802825" cy="460475"/>
          </a:xfrm>
        </p:grpSpPr>
        <p:sp>
          <p:nvSpPr>
            <p:cNvPr id="379" name="Google Shape;379;p51"/>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0" name="Google Shape;380;p51"/>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 name="Google Shape;381;p51"/>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 name="Google Shape;382;p51"/>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 name="Google Shape;383;p51"/>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 name="Google Shape;384;p51"/>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 name="Google Shape;385;p51"/>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 name="Google Shape;386;p51"/>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 name="Google Shape;387;p51"/>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 name="Google Shape;388;p51"/>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 name="Google Shape;389;p51"/>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 name="Google Shape;390;p51"/>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 name="Google Shape;391;p51"/>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 name="Google Shape;392;p51"/>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 name="Google Shape;393;p51"/>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 name="Google Shape;394;p51"/>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95" name="Google Shape;395;p51"/>
          <p:cNvSpPr/>
          <p:nvPr/>
        </p:nvSpPr>
        <p:spPr>
          <a:xfrm>
            <a:off x="-433525" y="-505537"/>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 name="Google Shape;396;p51"/>
          <p:cNvSpPr/>
          <p:nvPr/>
        </p:nvSpPr>
        <p:spPr>
          <a:xfrm>
            <a:off x="8651675" y="4507400"/>
            <a:ext cx="193200" cy="193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 name="Google Shape;397;p51"/>
          <p:cNvSpPr/>
          <p:nvPr/>
        </p:nvSpPr>
        <p:spPr>
          <a:xfrm>
            <a:off x="8601875" y="1518925"/>
            <a:ext cx="292800" cy="292800"/>
          </a:xfrm>
          <a:prstGeom prst="mathMultiply">
            <a:avLst>
              <a:gd name="adj1" fmla="val 2352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98" name="Google Shape;398;p51"/>
          <p:cNvGrpSpPr/>
          <p:nvPr/>
        </p:nvGrpSpPr>
        <p:grpSpPr>
          <a:xfrm>
            <a:off x="3995292" y="4797590"/>
            <a:ext cx="1145952" cy="657282"/>
            <a:chOff x="864825" y="2381600"/>
            <a:chExt cx="802825" cy="460475"/>
          </a:xfrm>
        </p:grpSpPr>
        <p:sp>
          <p:nvSpPr>
            <p:cNvPr id="399" name="Google Shape;399;p51"/>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 name="Google Shape;400;p51"/>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 name="Google Shape;401;p51"/>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 name="Google Shape;402;p51"/>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 name="Google Shape;403;p51"/>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 name="Google Shape;404;p51"/>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 name="Google Shape;405;p51"/>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 name="Google Shape;406;p51"/>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 name="Google Shape;407;p51"/>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 name="Google Shape;408;p51"/>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 name="Google Shape;409;p51"/>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 name="Google Shape;410;p51"/>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 name="Google Shape;411;p51"/>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 name="Google Shape;412;p51"/>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 name="Google Shape;413;p51"/>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 name="Google Shape;414;p51"/>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15" name="Google Shape;415;p51"/>
          <p:cNvSpPr/>
          <p:nvPr/>
        </p:nvSpPr>
        <p:spPr>
          <a:xfrm>
            <a:off x="-599262" y="4436838"/>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 name="Google Shape;416;p51"/>
          <p:cNvSpPr/>
          <p:nvPr/>
        </p:nvSpPr>
        <p:spPr>
          <a:xfrm>
            <a:off x="506175" y="1518925"/>
            <a:ext cx="207000" cy="2070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gradFill>
          <a:gsLst>
            <a:gs pos="0">
              <a:schemeClr val="dk2"/>
            </a:gs>
            <a:gs pos="100000">
              <a:schemeClr val="dk1"/>
            </a:gs>
          </a:gsLst>
          <a:lin ang="10800025" scaled="0"/>
        </a:gradFill>
        <a:effectLst/>
      </p:bgPr>
    </p:bg>
    <p:spTree>
      <p:nvGrpSpPr>
        <p:cNvPr id="1" name="Shape 417"/>
        <p:cNvGrpSpPr/>
        <p:nvPr/>
      </p:nvGrpSpPr>
      <p:grpSpPr>
        <a:xfrm>
          <a:off x="0" y="0"/>
          <a:ext cx="0" cy="0"/>
          <a:chOff x="0" y="0"/>
          <a:chExt cx="0" cy="0"/>
        </a:xfrm>
      </p:grpSpPr>
      <p:sp>
        <p:nvSpPr>
          <p:cNvPr id="418" name="Google Shape;418;p52"/>
          <p:cNvSpPr txBox="1">
            <a:spLocks noGrp="1"/>
          </p:cNvSpPr>
          <p:nvPr>
            <p:ph type="title" hasCustomPrompt="1"/>
          </p:nvPr>
        </p:nvSpPr>
        <p:spPr>
          <a:xfrm>
            <a:off x="1489200" y="1490775"/>
            <a:ext cx="6165600" cy="16569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9000"/>
              <a:buNone/>
              <a:defRPr sz="8500">
                <a:solidFill>
                  <a:schemeClr val="lt1"/>
                </a:solidFill>
              </a:defRPr>
            </a:lvl1pPr>
            <a:lvl2pPr lvl="1" algn="ctr">
              <a:lnSpc>
                <a:spcPct val="100000"/>
              </a:lnSpc>
              <a:spcBef>
                <a:spcPts val="0"/>
              </a:spcBef>
              <a:spcAft>
                <a:spcPts val="0"/>
              </a:spcAft>
              <a:buClr>
                <a:schemeClr val="lt1"/>
              </a:buClr>
              <a:buSzPts val="9000"/>
              <a:buNone/>
              <a:defRPr sz="9000">
                <a:solidFill>
                  <a:schemeClr val="lt1"/>
                </a:solidFill>
              </a:defRPr>
            </a:lvl2pPr>
            <a:lvl3pPr lvl="2" algn="ctr">
              <a:lnSpc>
                <a:spcPct val="100000"/>
              </a:lnSpc>
              <a:spcBef>
                <a:spcPts val="0"/>
              </a:spcBef>
              <a:spcAft>
                <a:spcPts val="0"/>
              </a:spcAft>
              <a:buClr>
                <a:schemeClr val="lt1"/>
              </a:buClr>
              <a:buSzPts val="9000"/>
              <a:buNone/>
              <a:defRPr sz="9000">
                <a:solidFill>
                  <a:schemeClr val="lt1"/>
                </a:solidFill>
              </a:defRPr>
            </a:lvl3pPr>
            <a:lvl4pPr lvl="3" algn="ctr">
              <a:lnSpc>
                <a:spcPct val="100000"/>
              </a:lnSpc>
              <a:spcBef>
                <a:spcPts val="0"/>
              </a:spcBef>
              <a:spcAft>
                <a:spcPts val="0"/>
              </a:spcAft>
              <a:buClr>
                <a:schemeClr val="lt1"/>
              </a:buClr>
              <a:buSzPts val="9000"/>
              <a:buNone/>
              <a:defRPr sz="9000">
                <a:solidFill>
                  <a:schemeClr val="lt1"/>
                </a:solidFill>
              </a:defRPr>
            </a:lvl4pPr>
            <a:lvl5pPr lvl="4" algn="ctr">
              <a:lnSpc>
                <a:spcPct val="100000"/>
              </a:lnSpc>
              <a:spcBef>
                <a:spcPts val="0"/>
              </a:spcBef>
              <a:spcAft>
                <a:spcPts val="0"/>
              </a:spcAft>
              <a:buClr>
                <a:schemeClr val="lt1"/>
              </a:buClr>
              <a:buSzPts val="9000"/>
              <a:buNone/>
              <a:defRPr sz="9000">
                <a:solidFill>
                  <a:schemeClr val="lt1"/>
                </a:solidFill>
              </a:defRPr>
            </a:lvl5pPr>
            <a:lvl6pPr lvl="5" algn="ctr">
              <a:lnSpc>
                <a:spcPct val="100000"/>
              </a:lnSpc>
              <a:spcBef>
                <a:spcPts val="0"/>
              </a:spcBef>
              <a:spcAft>
                <a:spcPts val="0"/>
              </a:spcAft>
              <a:buClr>
                <a:schemeClr val="lt1"/>
              </a:buClr>
              <a:buSzPts val="9000"/>
              <a:buNone/>
              <a:defRPr sz="9000">
                <a:solidFill>
                  <a:schemeClr val="lt1"/>
                </a:solidFill>
              </a:defRPr>
            </a:lvl6pPr>
            <a:lvl7pPr lvl="6" algn="ctr">
              <a:lnSpc>
                <a:spcPct val="100000"/>
              </a:lnSpc>
              <a:spcBef>
                <a:spcPts val="0"/>
              </a:spcBef>
              <a:spcAft>
                <a:spcPts val="0"/>
              </a:spcAft>
              <a:buClr>
                <a:schemeClr val="lt1"/>
              </a:buClr>
              <a:buSzPts val="9000"/>
              <a:buNone/>
              <a:defRPr sz="9000">
                <a:solidFill>
                  <a:schemeClr val="lt1"/>
                </a:solidFill>
              </a:defRPr>
            </a:lvl7pPr>
            <a:lvl8pPr lvl="7" algn="ctr">
              <a:lnSpc>
                <a:spcPct val="100000"/>
              </a:lnSpc>
              <a:spcBef>
                <a:spcPts val="0"/>
              </a:spcBef>
              <a:spcAft>
                <a:spcPts val="0"/>
              </a:spcAft>
              <a:buClr>
                <a:schemeClr val="lt1"/>
              </a:buClr>
              <a:buSzPts val="9000"/>
              <a:buNone/>
              <a:defRPr sz="9000">
                <a:solidFill>
                  <a:schemeClr val="lt1"/>
                </a:solidFill>
              </a:defRPr>
            </a:lvl8pPr>
            <a:lvl9pPr lvl="8" algn="ctr">
              <a:lnSpc>
                <a:spcPct val="100000"/>
              </a:lnSpc>
              <a:spcBef>
                <a:spcPts val="0"/>
              </a:spcBef>
              <a:spcAft>
                <a:spcPts val="0"/>
              </a:spcAft>
              <a:buClr>
                <a:schemeClr val="lt1"/>
              </a:buClr>
              <a:buSzPts val="9000"/>
              <a:buNone/>
              <a:defRPr sz="9000">
                <a:solidFill>
                  <a:schemeClr val="lt1"/>
                </a:solidFill>
              </a:defRPr>
            </a:lvl9pPr>
          </a:lstStyle>
          <a:p>
            <a:r>
              <a:t>xx%</a:t>
            </a:r>
          </a:p>
        </p:txBody>
      </p:sp>
      <p:sp>
        <p:nvSpPr>
          <p:cNvPr id="419" name="Google Shape;419;p52"/>
          <p:cNvSpPr txBox="1">
            <a:spLocks noGrp="1"/>
          </p:cNvSpPr>
          <p:nvPr>
            <p:ph type="subTitle" idx="1"/>
          </p:nvPr>
        </p:nvSpPr>
        <p:spPr>
          <a:xfrm>
            <a:off x="1489200" y="3223750"/>
            <a:ext cx="6165600" cy="429000"/>
          </a:xfrm>
          <a:prstGeom prst="rect">
            <a:avLst/>
          </a:pr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1800"/>
              <a:buNone/>
              <a:defRPr sz="1800">
                <a:solidFill>
                  <a:schemeClr val="dk1"/>
                </a:solidFill>
              </a:defRPr>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a:endParaRPr/>
          </a:p>
        </p:txBody>
      </p:sp>
      <p:grpSp>
        <p:nvGrpSpPr>
          <p:cNvPr id="420" name="Google Shape;420;p52"/>
          <p:cNvGrpSpPr/>
          <p:nvPr/>
        </p:nvGrpSpPr>
        <p:grpSpPr>
          <a:xfrm>
            <a:off x="1398217" y="-151666"/>
            <a:ext cx="1145952" cy="657282"/>
            <a:chOff x="864825" y="2381600"/>
            <a:chExt cx="802825" cy="460475"/>
          </a:xfrm>
        </p:grpSpPr>
        <p:sp>
          <p:nvSpPr>
            <p:cNvPr id="421" name="Google Shape;421;p52"/>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 name="Google Shape;422;p52"/>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 name="Google Shape;423;p52"/>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p52"/>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 name="Google Shape;425;p52"/>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 name="Google Shape;426;p52"/>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 name="Google Shape;427;p52"/>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 name="Google Shape;428;p52"/>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 name="Google Shape;429;p52"/>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 name="Google Shape;430;p52"/>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1" name="Google Shape;431;p52"/>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 name="Google Shape;432;p52"/>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 name="Google Shape;433;p52"/>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 name="Google Shape;434;p52"/>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 name="Google Shape;435;p52"/>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 name="Google Shape;436;p52"/>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7" name="Google Shape;437;p52"/>
          <p:cNvSpPr/>
          <p:nvPr/>
        </p:nvSpPr>
        <p:spPr>
          <a:xfrm>
            <a:off x="8570876" y="-588487"/>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 name="Google Shape;438;p52"/>
          <p:cNvSpPr/>
          <p:nvPr/>
        </p:nvSpPr>
        <p:spPr>
          <a:xfrm rot="10800000" flipH="1">
            <a:off x="-495949" y="3798688"/>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9" name="Google Shape;439;p52"/>
          <p:cNvSpPr/>
          <p:nvPr/>
        </p:nvSpPr>
        <p:spPr>
          <a:xfrm>
            <a:off x="2116675" y="4694300"/>
            <a:ext cx="193200" cy="193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40" name="Google Shape;440;p52"/>
          <p:cNvGrpSpPr/>
          <p:nvPr/>
        </p:nvGrpSpPr>
        <p:grpSpPr>
          <a:xfrm flipH="1">
            <a:off x="3944138" y="4795559"/>
            <a:ext cx="2743076" cy="657293"/>
            <a:chOff x="5227825" y="3000800"/>
            <a:chExt cx="1865150" cy="446925"/>
          </a:xfrm>
        </p:grpSpPr>
        <p:sp>
          <p:nvSpPr>
            <p:cNvPr id="441" name="Google Shape;441;p52"/>
            <p:cNvSpPr/>
            <p:nvPr/>
          </p:nvSpPr>
          <p:spPr>
            <a:xfrm>
              <a:off x="6867250" y="3000800"/>
              <a:ext cx="225725" cy="446925"/>
            </a:xfrm>
            <a:custGeom>
              <a:avLst/>
              <a:gdLst/>
              <a:ahLst/>
              <a:cxnLst/>
              <a:rect l="l" t="t" r="r" b="b"/>
              <a:pathLst>
                <a:path w="9029" h="17877" extrusionOk="0">
                  <a:moveTo>
                    <a:pt x="3281" y="17877"/>
                  </a:moveTo>
                  <a:lnTo>
                    <a:pt x="0" y="17877"/>
                  </a:lnTo>
                  <a:lnTo>
                    <a:pt x="5778" y="8939"/>
                  </a:lnTo>
                  <a:lnTo>
                    <a:pt x="0"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 name="Google Shape;442;p52"/>
            <p:cNvSpPr/>
            <p:nvPr/>
          </p:nvSpPr>
          <p:spPr>
            <a:xfrm>
              <a:off x="6662600" y="3000800"/>
              <a:ext cx="225725" cy="446925"/>
            </a:xfrm>
            <a:custGeom>
              <a:avLst/>
              <a:gdLst/>
              <a:ahLst/>
              <a:cxnLst/>
              <a:rect l="l" t="t" r="r" b="b"/>
              <a:pathLst>
                <a:path w="9029" h="17877" extrusionOk="0">
                  <a:moveTo>
                    <a:pt x="3251" y="17877"/>
                  </a:moveTo>
                  <a:lnTo>
                    <a:pt x="0" y="17877"/>
                  </a:lnTo>
                  <a:lnTo>
                    <a:pt x="5749" y="8939"/>
                  </a:lnTo>
                  <a:lnTo>
                    <a:pt x="0"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 name="Google Shape;443;p52"/>
            <p:cNvSpPr/>
            <p:nvPr/>
          </p:nvSpPr>
          <p:spPr>
            <a:xfrm>
              <a:off x="6457200" y="3000800"/>
              <a:ext cx="225725" cy="446925"/>
            </a:xfrm>
            <a:custGeom>
              <a:avLst/>
              <a:gdLst/>
              <a:ahLst/>
              <a:cxnLst/>
              <a:rect l="l" t="t" r="r" b="b"/>
              <a:pathLst>
                <a:path w="9029" h="17877" extrusionOk="0">
                  <a:moveTo>
                    <a:pt x="3281" y="17877"/>
                  </a:moveTo>
                  <a:lnTo>
                    <a:pt x="1" y="17877"/>
                  </a:lnTo>
                  <a:lnTo>
                    <a:pt x="5779" y="8939"/>
                  </a:lnTo>
                  <a:lnTo>
                    <a:pt x="1"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 name="Google Shape;444;p52"/>
            <p:cNvSpPr/>
            <p:nvPr/>
          </p:nvSpPr>
          <p:spPr>
            <a:xfrm>
              <a:off x="6252550" y="3000800"/>
              <a:ext cx="225750" cy="446925"/>
            </a:xfrm>
            <a:custGeom>
              <a:avLst/>
              <a:gdLst/>
              <a:ahLst/>
              <a:cxnLst/>
              <a:rect l="l" t="t" r="r" b="b"/>
              <a:pathLst>
                <a:path w="9030" h="17877" extrusionOk="0">
                  <a:moveTo>
                    <a:pt x="3251" y="17877"/>
                  </a:moveTo>
                  <a:lnTo>
                    <a:pt x="1" y="17877"/>
                  </a:lnTo>
                  <a:lnTo>
                    <a:pt x="5779" y="8939"/>
                  </a:lnTo>
                  <a:lnTo>
                    <a:pt x="1"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 name="Google Shape;445;p52"/>
            <p:cNvSpPr/>
            <p:nvPr/>
          </p:nvSpPr>
          <p:spPr>
            <a:xfrm>
              <a:off x="6047150" y="3000800"/>
              <a:ext cx="226500" cy="446925"/>
            </a:xfrm>
            <a:custGeom>
              <a:avLst/>
              <a:gdLst/>
              <a:ahLst/>
              <a:cxnLst/>
              <a:rect l="l" t="t" r="r" b="b"/>
              <a:pathLst>
                <a:path w="9060" h="17877" extrusionOk="0">
                  <a:moveTo>
                    <a:pt x="3281" y="17877"/>
                  </a:moveTo>
                  <a:lnTo>
                    <a:pt x="1" y="17877"/>
                  </a:lnTo>
                  <a:lnTo>
                    <a:pt x="5779" y="8939"/>
                  </a:lnTo>
                  <a:lnTo>
                    <a:pt x="1" y="1"/>
                  </a:lnTo>
                  <a:lnTo>
                    <a:pt x="3281" y="1"/>
                  </a:lnTo>
                  <a:lnTo>
                    <a:pt x="905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 name="Google Shape;446;p52"/>
            <p:cNvSpPr/>
            <p:nvPr/>
          </p:nvSpPr>
          <p:spPr>
            <a:xfrm>
              <a:off x="5842525" y="3000800"/>
              <a:ext cx="225725" cy="446925"/>
            </a:xfrm>
            <a:custGeom>
              <a:avLst/>
              <a:gdLst/>
              <a:ahLst/>
              <a:cxnLst/>
              <a:rect l="l" t="t" r="r" b="b"/>
              <a:pathLst>
                <a:path w="9029" h="17877" extrusionOk="0">
                  <a:moveTo>
                    <a:pt x="3280" y="17877"/>
                  </a:moveTo>
                  <a:lnTo>
                    <a:pt x="0" y="17877"/>
                  </a:lnTo>
                  <a:lnTo>
                    <a:pt x="5778" y="8939"/>
                  </a:lnTo>
                  <a:lnTo>
                    <a:pt x="0" y="1"/>
                  </a:lnTo>
                  <a:lnTo>
                    <a:pt x="3280"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 name="Google Shape;447;p52"/>
            <p:cNvSpPr/>
            <p:nvPr/>
          </p:nvSpPr>
          <p:spPr>
            <a:xfrm>
              <a:off x="5637875" y="3000800"/>
              <a:ext cx="225725" cy="446925"/>
            </a:xfrm>
            <a:custGeom>
              <a:avLst/>
              <a:gdLst/>
              <a:ahLst/>
              <a:cxnLst/>
              <a:rect l="l" t="t" r="r" b="b"/>
              <a:pathLst>
                <a:path w="9029" h="17877" extrusionOk="0">
                  <a:moveTo>
                    <a:pt x="3251" y="17877"/>
                  </a:moveTo>
                  <a:lnTo>
                    <a:pt x="0" y="17877"/>
                  </a:lnTo>
                  <a:lnTo>
                    <a:pt x="5748" y="8939"/>
                  </a:lnTo>
                  <a:lnTo>
                    <a:pt x="0"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 name="Google Shape;448;p52"/>
            <p:cNvSpPr/>
            <p:nvPr/>
          </p:nvSpPr>
          <p:spPr>
            <a:xfrm>
              <a:off x="5432475" y="3000800"/>
              <a:ext cx="226475" cy="446925"/>
            </a:xfrm>
            <a:custGeom>
              <a:avLst/>
              <a:gdLst/>
              <a:ahLst/>
              <a:cxnLst/>
              <a:rect l="l" t="t" r="r" b="b"/>
              <a:pathLst>
                <a:path w="9059" h="17877" extrusionOk="0">
                  <a:moveTo>
                    <a:pt x="3281" y="17877"/>
                  </a:moveTo>
                  <a:lnTo>
                    <a:pt x="0" y="17877"/>
                  </a:lnTo>
                  <a:lnTo>
                    <a:pt x="5779" y="8939"/>
                  </a:lnTo>
                  <a:lnTo>
                    <a:pt x="0" y="1"/>
                  </a:lnTo>
                  <a:lnTo>
                    <a:pt x="3281" y="1"/>
                  </a:lnTo>
                  <a:lnTo>
                    <a:pt x="905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 name="Google Shape;449;p52"/>
            <p:cNvSpPr/>
            <p:nvPr/>
          </p:nvSpPr>
          <p:spPr>
            <a:xfrm>
              <a:off x="5227825" y="3000800"/>
              <a:ext cx="225750" cy="446925"/>
            </a:xfrm>
            <a:custGeom>
              <a:avLst/>
              <a:gdLst/>
              <a:ahLst/>
              <a:cxnLst/>
              <a:rect l="l" t="t" r="r" b="b"/>
              <a:pathLst>
                <a:path w="9030" h="17877" extrusionOk="0">
                  <a:moveTo>
                    <a:pt x="3281" y="17877"/>
                  </a:moveTo>
                  <a:lnTo>
                    <a:pt x="1" y="17877"/>
                  </a:lnTo>
                  <a:lnTo>
                    <a:pt x="5779" y="8939"/>
                  </a:lnTo>
                  <a:lnTo>
                    <a:pt x="1"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50" name="Google Shape;450;p52"/>
          <p:cNvSpPr/>
          <p:nvPr/>
        </p:nvSpPr>
        <p:spPr>
          <a:xfrm>
            <a:off x="8087750" y="4243775"/>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 name="Google Shape;451;p52"/>
          <p:cNvSpPr/>
          <p:nvPr/>
        </p:nvSpPr>
        <p:spPr>
          <a:xfrm>
            <a:off x="8570875" y="1334700"/>
            <a:ext cx="207000" cy="2070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 name="Google Shape;452;p52"/>
          <p:cNvSpPr/>
          <p:nvPr/>
        </p:nvSpPr>
        <p:spPr>
          <a:xfrm>
            <a:off x="258575" y="2425350"/>
            <a:ext cx="292800" cy="292800"/>
          </a:xfrm>
          <a:prstGeom prst="mathMultiply">
            <a:avLst>
              <a:gd name="adj1" fmla="val 2352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 name="Google Shape;453;p52"/>
          <p:cNvSpPr/>
          <p:nvPr/>
        </p:nvSpPr>
        <p:spPr>
          <a:xfrm>
            <a:off x="5460925" y="211600"/>
            <a:ext cx="193200" cy="193200"/>
          </a:xfrm>
          <a:prstGeom prst="ellipse">
            <a:avLst/>
          </a:pr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gradFill>
          <a:gsLst>
            <a:gs pos="0">
              <a:schemeClr val="dk2"/>
            </a:gs>
            <a:gs pos="100000">
              <a:schemeClr val="dk1"/>
            </a:gs>
          </a:gsLst>
          <a:lin ang="10800025" scaled="0"/>
        </a:gradFill>
        <a:effectLst/>
      </p:bgPr>
    </p:bg>
    <p:spTree>
      <p:nvGrpSpPr>
        <p:cNvPr id="1" name="Shape 454"/>
        <p:cNvGrpSpPr/>
        <p:nvPr/>
      </p:nvGrpSpPr>
      <p:grpSpPr>
        <a:xfrm>
          <a:off x="0" y="0"/>
          <a:ext cx="0" cy="0"/>
          <a:chOff x="0" y="0"/>
          <a:chExt cx="0" cy="0"/>
        </a:xfrm>
      </p:grpSpPr>
      <p:sp>
        <p:nvSpPr>
          <p:cNvPr id="455" name="Google Shape;455;p53"/>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456" name="Google Shape;456;p53"/>
          <p:cNvSpPr/>
          <p:nvPr/>
        </p:nvSpPr>
        <p:spPr>
          <a:xfrm rot="10800000" flipH="1">
            <a:off x="-505650" y="3798688"/>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7" name="Google Shape;457;p53"/>
          <p:cNvGrpSpPr/>
          <p:nvPr/>
        </p:nvGrpSpPr>
        <p:grpSpPr>
          <a:xfrm>
            <a:off x="1717667" y="-258653"/>
            <a:ext cx="1145952" cy="657282"/>
            <a:chOff x="864825" y="2381600"/>
            <a:chExt cx="802825" cy="460475"/>
          </a:xfrm>
        </p:grpSpPr>
        <p:sp>
          <p:nvSpPr>
            <p:cNvPr id="458" name="Google Shape;458;p53"/>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 name="Google Shape;459;p53"/>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 name="Google Shape;460;p53"/>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 name="Google Shape;461;p53"/>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 name="Google Shape;462;p53"/>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 name="Google Shape;463;p53"/>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 name="Google Shape;464;p53"/>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 name="Google Shape;465;p53"/>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Google Shape;466;p53"/>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 name="Google Shape;467;p53"/>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 name="Google Shape;468;p53"/>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 name="Google Shape;469;p53"/>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 name="Google Shape;470;p53"/>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1" name="Google Shape;471;p53"/>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2" name="Google Shape;472;p53"/>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3" name="Google Shape;473;p53"/>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74" name="Google Shape;474;p53"/>
          <p:cNvGrpSpPr/>
          <p:nvPr/>
        </p:nvGrpSpPr>
        <p:grpSpPr>
          <a:xfrm rot="5400000">
            <a:off x="8323667" y="3930984"/>
            <a:ext cx="1145952" cy="657282"/>
            <a:chOff x="864825" y="2381600"/>
            <a:chExt cx="802825" cy="460475"/>
          </a:xfrm>
        </p:grpSpPr>
        <p:sp>
          <p:nvSpPr>
            <p:cNvPr id="475" name="Google Shape;475;p53"/>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6" name="Google Shape;476;p53"/>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7" name="Google Shape;477;p53"/>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8" name="Google Shape;478;p53"/>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9" name="Google Shape;479;p53"/>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0" name="Google Shape;480;p53"/>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1" name="Google Shape;481;p53"/>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2" name="Google Shape;482;p53"/>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3" name="Google Shape;483;p53"/>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4" name="Google Shape;484;p53"/>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5" name="Google Shape;485;p53"/>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6" name="Google Shape;486;p53"/>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7" name="Google Shape;487;p53"/>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8" name="Google Shape;488;p53"/>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9" name="Google Shape;489;p53"/>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0" name="Google Shape;490;p53"/>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91" name="Google Shape;491;p53"/>
          <p:cNvSpPr/>
          <p:nvPr/>
        </p:nvSpPr>
        <p:spPr>
          <a:xfrm>
            <a:off x="8207225" y="-491187"/>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2" name="Google Shape;492;p53"/>
          <p:cNvSpPr/>
          <p:nvPr/>
        </p:nvSpPr>
        <p:spPr>
          <a:xfrm>
            <a:off x="4112475" y="4692600"/>
            <a:ext cx="292800" cy="292800"/>
          </a:xfrm>
          <a:prstGeom prst="mathMultiply">
            <a:avLst>
              <a:gd name="adj1" fmla="val 2352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3" name="Google Shape;493;p53"/>
          <p:cNvSpPr/>
          <p:nvPr/>
        </p:nvSpPr>
        <p:spPr>
          <a:xfrm>
            <a:off x="8800025" y="1784750"/>
            <a:ext cx="193200" cy="193200"/>
          </a:xfrm>
          <a:prstGeom prst="ellipse">
            <a:avLst/>
          </a:pr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4" name="Google Shape;494;p53"/>
          <p:cNvSpPr/>
          <p:nvPr/>
        </p:nvSpPr>
        <p:spPr>
          <a:xfrm>
            <a:off x="286400" y="1033700"/>
            <a:ext cx="193200" cy="193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BLANK_13">
    <p:bg>
      <p:bgPr>
        <a:gradFill>
          <a:gsLst>
            <a:gs pos="0">
              <a:schemeClr val="dk2"/>
            </a:gs>
            <a:gs pos="100000">
              <a:schemeClr val="dk1"/>
            </a:gs>
          </a:gsLst>
          <a:lin ang="10800025" scaled="0"/>
        </a:gradFill>
        <a:effectLst/>
      </p:bgPr>
    </p:bg>
    <p:spTree>
      <p:nvGrpSpPr>
        <p:cNvPr id="1" name="Shape 495"/>
        <p:cNvGrpSpPr/>
        <p:nvPr/>
      </p:nvGrpSpPr>
      <p:grpSpPr>
        <a:xfrm>
          <a:off x="0" y="0"/>
          <a:ext cx="0" cy="0"/>
          <a:chOff x="0" y="0"/>
          <a:chExt cx="0" cy="0"/>
        </a:xfrm>
      </p:grpSpPr>
      <p:sp>
        <p:nvSpPr>
          <p:cNvPr id="496" name="Google Shape;496;p54"/>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grpSp>
        <p:nvGrpSpPr>
          <p:cNvPr id="497" name="Google Shape;497;p54"/>
          <p:cNvGrpSpPr/>
          <p:nvPr/>
        </p:nvGrpSpPr>
        <p:grpSpPr>
          <a:xfrm rot="5400000">
            <a:off x="8350732" y="1041059"/>
            <a:ext cx="1145952" cy="657282"/>
            <a:chOff x="864825" y="2381600"/>
            <a:chExt cx="802825" cy="460475"/>
          </a:xfrm>
        </p:grpSpPr>
        <p:sp>
          <p:nvSpPr>
            <p:cNvPr id="498" name="Google Shape;498;p54"/>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9" name="Google Shape;499;p54"/>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0" name="Google Shape;500;p54"/>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1" name="Google Shape;501;p54"/>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2" name="Google Shape;502;p54"/>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3" name="Google Shape;503;p54"/>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4" name="Google Shape;504;p54"/>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5" name="Google Shape;505;p54"/>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6" name="Google Shape;506;p54"/>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7" name="Google Shape;507;p54"/>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8" name="Google Shape;508;p54"/>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9" name="Google Shape;509;p54"/>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0" name="Google Shape;510;p54"/>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1" name="Google Shape;511;p54"/>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2" name="Google Shape;512;p54"/>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3" name="Google Shape;513;p54"/>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14" name="Google Shape;514;p54"/>
          <p:cNvSpPr/>
          <p:nvPr/>
        </p:nvSpPr>
        <p:spPr>
          <a:xfrm>
            <a:off x="-466425" y="4426950"/>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5" name="Google Shape;515;p54"/>
          <p:cNvSpPr/>
          <p:nvPr/>
        </p:nvSpPr>
        <p:spPr>
          <a:xfrm>
            <a:off x="-300687" y="-553487"/>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6" name="Google Shape;516;p54"/>
          <p:cNvSpPr/>
          <p:nvPr/>
        </p:nvSpPr>
        <p:spPr>
          <a:xfrm>
            <a:off x="7723225" y="188775"/>
            <a:ext cx="193200" cy="193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7" name="Google Shape;517;p54"/>
          <p:cNvSpPr/>
          <p:nvPr/>
        </p:nvSpPr>
        <p:spPr>
          <a:xfrm>
            <a:off x="8686675" y="4133675"/>
            <a:ext cx="193200" cy="193200"/>
          </a:xfrm>
          <a:prstGeom prst="ellipse">
            <a:avLst/>
          </a:pr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8" name="Google Shape;518;p54"/>
          <p:cNvSpPr/>
          <p:nvPr/>
        </p:nvSpPr>
        <p:spPr>
          <a:xfrm>
            <a:off x="6465700" y="4711275"/>
            <a:ext cx="292800" cy="292800"/>
          </a:xfrm>
          <a:prstGeom prst="mathMultiply">
            <a:avLst>
              <a:gd name="adj1" fmla="val 23520"/>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2">
  <p:cSld name="BLANK_14">
    <p:bg>
      <p:bgPr>
        <a:gradFill>
          <a:gsLst>
            <a:gs pos="0">
              <a:schemeClr val="dk2"/>
            </a:gs>
            <a:gs pos="100000">
              <a:schemeClr val="dk1"/>
            </a:gs>
          </a:gsLst>
          <a:lin ang="10800025" scaled="0"/>
        </a:gradFill>
        <a:effectLst/>
      </p:bgPr>
    </p:bg>
    <p:spTree>
      <p:nvGrpSpPr>
        <p:cNvPr id="1" name="Shape 519"/>
        <p:cNvGrpSpPr/>
        <p:nvPr/>
      </p:nvGrpSpPr>
      <p:grpSpPr>
        <a:xfrm>
          <a:off x="0" y="0"/>
          <a:ext cx="0" cy="0"/>
          <a:chOff x="0" y="0"/>
          <a:chExt cx="0" cy="0"/>
        </a:xfrm>
      </p:grpSpPr>
      <p:sp>
        <p:nvSpPr>
          <p:cNvPr id="520" name="Google Shape;520;p55"/>
          <p:cNvSpPr txBox="1">
            <a:spLocks noGrp="1"/>
          </p:cNvSpPr>
          <p:nvPr>
            <p:ph type="title"/>
          </p:nvPr>
        </p:nvSpPr>
        <p:spPr>
          <a:xfrm>
            <a:off x="4651300" y="944285"/>
            <a:ext cx="3779700" cy="971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1" name="Google Shape;521;p55"/>
          <p:cNvSpPr txBox="1">
            <a:spLocks noGrp="1"/>
          </p:cNvSpPr>
          <p:nvPr>
            <p:ph type="subTitle" idx="1"/>
          </p:nvPr>
        </p:nvSpPr>
        <p:spPr>
          <a:xfrm>
            <a:off x="4651300" y="1972015"/>
            <a:ext cx="3779700" cy="2227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accent1"/>
              </a:buClr>
              <a:buSzPts val="1200"/>
              <a:buFont typeface="Barlow"/>
              <a:buAutoNum type="arabicPeriod"/>
              <a:defRPr>
                <a:solidFill>
                  <a:schemeClr val="lt1"/>
                </a:solidFill>
              </a:defRPr>
            </a:lvl1pPr>
            <a:lvl2pPr lvl="1" algn="l">
              <a:lnSpc>
                <a:spcPct val="100000"/>
              </a:lnSpc>
              <a:spcBef>
                <a:spcPts val="0"/>
              </a:spcBef>
              <a:spcAft>
                <a:spcPts val="0"/>
              </a:spcAft>
              <a:buClr>
                <a:schemeClr val="dk1"/>
              </a:buClr>
              <a:buSzPts val="1200"/>
              <a:buAutoNum type="alphaLcPeriod"/>
              <a:defRPr>
                <a:solidFill>
                  <a:schemeClr val="dk1"/>
                </a:solidFill>
              </a:defRPr>
            </a:lvl2pPr>
            <a:lvl3pPr lvl="2" algn="l">
              <a:lnSpc>
                <a:spcPct val="100000"/>
              </a:lnSpc>
              <a:spcBef>
                <a:spcPts val="0"/>
              </a:spcBef>
              <a:spcAft>
                <a:spcPts val="0"/>
              </a:spcAft>
              <a:buClr>
                <a:schemeClr val="dk1"/>
              </a:buClr>
              <a:buSzPts val="1200"/>
              <a:buAutoNum type="romanLcPeriod"/>
              <a:defRPr>
                <a:solidFill>
                  <a:schemeClr val="dk1"/>
                </a:solidFill>
              </a:defRPr>
            </a:lvl3pPr>
            <a:lvl4pPr lvl="3" algn="l">
              <a:lnSpc>
                <a:spcPct val="100000"/>
              </a:lnSpc>
              <a:spcBef>
                <a:spcPts val="0"/>
              </a:spcBef>
              <a:spcAft>
                <a:spcPts val="0"/>
              </a:spcAft>
              <a:buClr>
                <a:schemeClr val="dk1"/>
              </a:buClr>
              <a:buSzPts val="1200"/>
              <a:buAutoNum type="arabicPeriod"/>
              <a:defRPr>
                <a:solidFill>
                  <a:schemeClr val="dk1"/>
                </a:solidFill>
              </a:defRPr>
            </a:lvl4pPr>
            <a:lvl5pPr lvl="4" algn="l">
              <a:lnSpc>
                <a:spcPct val="100000"/>
              </a:lnSpc>
              <a:spcBef>
                <a:spcPts val="0"/>
              </a:spcBef>
              <a:spcAft>
                <a:spcPts val="0"/>
              </a:spcAft>
              <a:buClr>
                <a:schemeClr val="dk1"/>
              </a:buClr>
              <a:buSzPts val="1200"/>
              <a:buAutoNum type="alphaLcPeriod"/>
              <a:defRPr>
                <a:solidFill>
                  <a:schemeClr val="dk1"/>
                </a:solidFill>
              </a:defRPr>
            </a:lvl5pPr>
            <a:lvl6pPr lvl="5" algn="l">
              <a:lnSpc>
                <a:spcPct val="100000"/>
              </a:lnSpc>
              <a:spcBef>
                <a:spcPts val="0"/>
              </a:spcBef>
              <a:spcAft>
                <a:spcPts val="0"/>
              </a:spcAft>
              <a:buClr>
                <a:schemeClr val="dk1"/>
              </a:buClr>
              <a:buSzPts val="1200"/>
              <a:buAutoNum type="romanLcPeriod"/>
              <a:defRPr>
                <a:solidFill>
                  <a:schemeClr val="dk1"/>
                </a:solidFill>
              </a:defRPr>
            </a:lvl6pPr>
            <a:lvl7pPr lvl="6" algn="l">
              <a:lnSpc>
                <a:spcPct val="100000"/>
              </a:lnSpc>
              <a:spcBef>
                <a:spcPts val="0"/>
              </a:spcBef>
              <a:spcAft>
                <a:spcPts val="0"/>
              </a:spcAft>
              <a:buClr>
                <a:schemeClr val="dk1"/>
              </a:buClr>
              <a:buSzPts val="1200"/>
              <a:buAutoNum type="arabicPeriod"/>
              <a:defRPr>
                <a:solidFill>
                  <a:schemeClr val="dk1"/>
                </a:solidFill>
              </a:defRPr>
            </a:lvl7pPr>
            <a:lvl8pPr lvl="7" algn="l">
              <a:lnSpc>
                <a:spcPct val="100000"/>
              </a:lnSpc>
              <a:spcBef>
                <a:spcPts val="0"/>
              </a:spcBef>
              <a:spcAft>
                <a:spcPts val="0"/>
              </a:spcAft>
              <a:buClr>
                <a:schemeClr val="dk1"/>
              </a:buClr>
              <a:buSzPts val="1200"/>
              <a:buAutoNum type="alphaLcPeriod"/>
              <a:defRPr>
                <a:solidFill>
                  <a:schemeClr val="dk1"/>
                </a:solidFill>
              </a:defRPr>
            </a:lvl8pPr>
            <a:lvl9pPr lvl="8" algn="l">
              <a:lnSpc>
                <a:spcPct val="100000"/>
              </a:lnSpc>
              <a:spcBef>
                <a:spcPts val="0"/>
              </a:spcBef>
              <a:spcAft>
                <a:spcPts val="0"/>
              </a:spcAft>
              <a:buClr>
                <a:schemeClr val="dk1"/>
              </a:buClr>
              <a:buSzPts val="1200"/>
              <a:buAutoNum type="romanLcPeriod"/>
              <a:defRPr>
                <a:solidFill>
                  <a:schemeClr val="dk1"/>
                </a:solidFill>
              </a:defRPr>
            </a:lvl9pPr>
          </a:lstStyle>
          <a:p>
            <a:endParaRPr/>
          </a:p>
        </p:txBody>
      </p:sp>
      <p:grpSp>
        <p:nvGrpSpPr>
          <p:cNvPr id="522" name="Google Shape;522;p55"/>
          <p:cNvGrpSpPr/>
          <p:nvPr/>
        </p:nvGrpSpPr>
        <p:grpSpPr>
          <a:xfrm>
            <a:off x="6503617" y="-151666"/>
            <a:ext cx="1145952" cy="657282"/>
            <a:chOff x="864825" y="2381600"/>
            <a:chExt cx="802825" cy="460475"/>
          </a:xfrm>
        </p:grpSpPr>
        <p:sp>
          <p:nvSpPr>
            <p:cNvPr id="523" name="Google Shape;523;p55"/>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p55"/>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5" name="Google Shape;525;p55"/>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Google Shape;526;p55"/>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7" name="Google Shape;527;p55"/>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8" name="Google Shape;528;p55"/>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9" name="Google Shape;529;p55"/>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0" name="Google Shape;530;p55"/>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1" name="Google Shape;531;p55"/>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2" name="Google Shape;532;p55"/>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3" name="Google Shape;533;p55"/>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4" name="Google Shape;534;p55"/>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5" name="Google Shape;535;p55"/>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6" name="Google Shape;536;p55"/>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7" name="Google Shape;537;p55"/>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8" name="Google Shape;538;p55"/>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39" name="Google Shape;539;p55"/>
          <p:cNvSpPr/>
          <p:nvPr/>
        </p:nvSpPr>
        <p:spPr>
          <a:xfrm>
            <a:off x="-433525" y="-505537"/>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0" name="Google Shape;540;p55"/>
          <p:cNvSpPr/>
          <p:nvPr/>
        </p:nvSpPr>
        <p:spPr>
          <a:xfrm>
            <a:off x="8651675" y="4507400"/>
            <a:ext cx="193200" cy="193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1" name="Google Shape;541;p55"/>
          <p:cNvSpPr/>
          <p:nvPr/>
        </p:nvSpPr>
        <p:spPr>
          <a:xfrm>
            <a:off x="321000" y="2425350"/>
            <a:ext cx="292800" cy="292800"/>
          </a:xfrm>
          <a:prstGeom prst="mathMultiply">
            <a:avLst>
              <a:gd name="adj1" fmla="val 2352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42" name="Google Shape;542;p55"/>
          <p:cNvGrpSpPr/>
          <p:nvPr/>
        </p:nvGrpSpPr>
        <p:grpSpPr>
          <a:xfrm>
            <a:off x="3995292" y="4797590"/>
            <a:ext cx="1145952" cy="657282"/>
            <a:chOff x="864825" y="2381600"/>
            <a:chExt cx="802825" cy="460475"/>
          </a:xfrm>
        </p:grpSpPr>
        <p:sp>
          <p:nvSpPr>
            <p:cNvPr id="543" name="Google Shape;543;p55"/>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4" name="Google Shape;544;p55"/>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5" name="Google Shape;545;p55"/>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6" name="Google Shape;546;p55"/>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7" name="Google Shape;547;p55"/>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8" name="Google Shape;548;p55"/>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9" name="Google Shape;549;p55"/>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0" name="Google Shape;550;p55"/>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1" name="Google Shape;551;p55"/>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2" name="Google Shape;552;p55"/>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3" name="Google Shape;553;p55"/>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4" name="Google Shape;554;p55"/>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5" name="Google Shape;555;p55"/>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6" name="Google Shape;556;p55"/>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7" name="Google Shape;557;p55"/>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8" name="Google Shape;558;p55"/>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59" name="Google Shape;559;p55"/>
          <p:cNvSpPr/>
          <p:nvPr/>
        </p:nvSpPr>
        <p:spPr>
          <a:xfrm>
            <a:off x="-599262" y="4436838"/>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0" name="Google Shape;560;p55"/>
          <p:cNvSpPr/>
          <p:nvPr/>
        </p:nvSpPr>
        <p:spPr>
          <a:xfrm>
            <a:off x="8644775" y="1326625"/>
            <a:ext cx="207000" cy="2070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BLANK_12">
    <p:bg>
      <p:bgPr>
        <a:gradFill>
          <a:gsLst>
            <a:gs pos="0">
              <a:schemeClr val="dk2"/>
            </a:gs>
            <a:gs pos="100000">
              <a:schemeClr val="dk1"/>
            </a:gs>
          </a:gsLst>
          <a:lin ang="10800025" scaled="0"/>
        </a:gradFill>
        <a:effectLst/>
      </p:bgPr>
    </p:bg>
    <p:spTree>
      <p:nvGrpSpPr>
        <p:cNvPr id="1" name="Shape 561"/>
        <p:cNvGrpSpPr/>
        <p:nvPr/>
      </p:nvGrpSpPr>
      <p:grpSpPr>
        <a:xfrm>
          <a:off x="0" y="0"/>
          <a:ext cx="0" cy="0"/>
          <a:chOff x="0" y="0"/>
          <a:chExt cx="0" cy="0"/>
        </a:xfrm>
      </p:grpSpPr>
      <p:sp>
        <p:nvSpPr>
          <p:cNvPr id="562" name="Google Shape;562;p56"/>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63" name="Google Shape;563;p56"/>
          <p:cNvSpPr/>
          <p:nvPr/>
        </p:nvSpPr>
        <p:spPr>
          <a:xfrm rot="10800000" flipH="1">
            <a:off x="8558500" y="3798688"/>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4" name="Google Shape;564;p56"/>
          <p:cNvGrpSpPr/>
          <p:nvPr/>
        </p:nvGrpSpPr>
        <p:grpSpPr>
          <a:xfrm>
            <a:off x="7697167" y="-130432"/>
            <a:ext cx="1145952" cy="657282"/>
            <a:chOff x="864825" y="2381600"/>
            <a:chExt cx="802825" cy="460475"/>
          </a:xfrm>
        </p:grpSpPr>
        <p:sp>
          <p:nvSpPr>
            <p:cNvPr id="565" name="Google Shape;565;p56"/>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6" name="Google Shape;566;p56"/>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7" name="Google Shape;567;p56"/>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8" name="Google Shape;568;p56"/>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9" name="Google Shape;569;p56"/>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0" name="Google Shape;570;p56"/>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1" name="Google Shape;571;p56"/>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2" name="Google Shape;572;p56"/>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3" name="Google Shape;573;p56"/>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4" name="Google Shape;574;p56"/>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5" name="Google Shape;575;p56"/>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6" name="Google Shape;576;p56"/>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7" name="Google Shape;577;p56"/>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8" name="Google Shape;578;p56"/>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9" name="Google Shape;579;p56"/>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0" name="Google Shape;580;p56"/>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81" name="Google Shape;581;p56"/>
          <p:cNvGrpSpPr/>
          <p:nvPr/>
        </p:nvGrpSpPr>
        <p:grpSpPr>
          <a:xfrm rot="5400000">
            <a:off x="-347058" y="3930984"/>
            <a:ext cx="1145952" cy="657282"/>
            <a:chOff x="864825" y="2381600"/>
            <a:chExt cx="802825" cy="460475"/>
          </a:xfrm>
        </p:grpSpPr>
        <p:sp>
          <p:nvSpPr>
            <p:cNvPr id="582" name="Google Shape;582;p56"/>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3" name="Google Shape;583;p56"/>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4" name="Google Shape;584;p56"/>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5" name="Google Shape;585;p56"/>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6" name="Google Shape;586;p56"/>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7" name="Google Shape;587;p56"/>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8" name="Google Shape;588;p56"/>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9" name="Google Shape;589;p56"/>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0" name="Google Shape;590;p56"/>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1" name="Google Shape;591;p56"/>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2" name="Google Shape;592;p56"/>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3" name="Google Shape;593;p56"/>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4" name="Google Shape;594;p56"/>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p56"/>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6" name="Google Shape;596;p56"/>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p56"/>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8" name="Google Shape;598;p56"/>
          <p:cNvSpPr/>
          <p:nvPr/>
        </p:nvSpPr>
        <p:spPr>
          <a:xfrm>
            <a:off x="-463487" y="-491187"/>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9" name="Google Shape;599;p56"/>
          <p:cNvSpPr/>
          <p:nvPr/>
        </p:nvSpPr>
        <p:spPr>
          <a:xfrm>
            <a:off x="3756075" y="4756400"/>
            <a:ext cx="193200" cy="193200"/>
          </a:xfrm>
          <a:prstGeom prst="ellipse">
            <a:avLst/>
          </a:pr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0" name="Google Shape;600;p56"/>
          <p:cNvSpPr/>
          <p:nvPr/>
        </p:nvSpPr>
        <p:spPr>
          <a:xfrm>
            <a:off x="8649925" y="1832300"/>
            <a:ext cx="193200" cy="193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BLANK_10">
    <p:bg>
      <p:bgPr>
        <a:gradFill>
          <a:gsLst>
            <a:gs pos="0">
              <a:schemeClr val="dk2"/>
            </a:gs>
            <a:gs pos="100000">
              <a:schemeClr val="dk1"/>
            </a:gs>
          </a:gsLst>
          <a:lin ang="10800025" scaled="0"/>
        </a:gradFill>
        <a:effectLst/>
      </p:bgPr>
    </p:bg>
    <p:spTree>
      <p:nvGrpSpPr>
        <p:cNvPr id="1" name="Shape 601"/>
        <p:cNvGrpSpPr/>
        <p:nvPr/>
      </p:nvGrpSpPr>
      <p:grpSpPr>
        <a:xfrm>
          <a:off x="0" y="0"/>
          <a:ext cx="0" cy="0"/>
          <a:chOff x="0" y="0"/>
          <a:chExt cx="0" cy="0"/>
        </a:xfrm>
      </p:grpSpPr>
      <p:sp>
        <p:nvSpPr>
          <p:cNvPr id="602" name="Google Shape;602;p57"/>
          <p:cNvSpPr txBox="1">
            <a:spLocks noGrp="1"/>
          </p:cNvSpPr>
          <p:nvPr>
            <p:ph type="title"/>
          </p:nvPr>
        </p:nvSpPr>
        <p:spPr>
          <a:xfrm>
            <a:off x="713100" y="2742482"/>
            <a:ext cx="3098700" cy="968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03" name="Google Shape;603;p57"/>
          <p:cNvSpPr txBox="1">
            <a:spLocks noGrp="1"/>
          </p:cNvSpPr>
          <p:nvPr>
            <p:ph type="subTitle" idx="1"/>
          </p:nvPr>
        </p:nvSpPr>
        <p:spPr>
          <a:xfrm>
            <a:off x="713100" y="3710882"/>
            <a:ext cx="3098700" cy="899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200"/>
              <a:buNone/>
              <a:defRPr>
                <a:solidFill>
                  <a:schemeClr val="lt1"/>
                </a:solidFill>
              </a:defRPr>
            </a:lvl1pPr>
            <a:lvl2pPr lvl="1" algn="l">
              <a:lnSpc>
                <a:spcPct val="100000"/>
              </a:lnSpc>
              <a:spcBef>
                <a:spcPts val="0"/>
              </a:spcBef>
              <a:spcAft>
                <a:spcPts val="0"/>
              </a:spcAft>
              <a:buClr>
                <a:schemeClr val="dk1"/>
              </a:buClr>
              <a:buSzPts val="1200"/>
              <a:buNone/>
              <a:defRPr>
                <a:solidFill>
                  <a:schemeClr val="dk1"/>
                </a:solidFill>
              </a:defRPr>
            </a:lvl2pPr>
            <a:lvl3pPr lvl="2" algn="l">
              <a:lnSpc>
                <a:spcPct val="100000"/>
              </a:lnSpc>
              <a:spcBef>
                <a:spcPts val="0"/>
              </a:spcBef>
              <a:spcAft>
                <a:spcPts val="0"/>
              </a:spcAft>
              <a:buClr>
                <a:schemeClr val="dk1"/>
              </a:buClr>
              <a:buSzPts val="1200"/>
              <a:buNone/>
              <a:defRPr>
                <a:solidFill>
                  <a:schemeClr val="dk1"/>
                </a:solidFill>
              </a:defRPr>
            </a:lvl3pPr>
            <a:lvl4pPr lvl="3" algn="l">
              <a:lnSpc>
                <a:spcPct val="100000"/>
              </a:lnSpc>
              <a:spcBef>
                <a:spcPts val="0"/>
              </a:spcBef>
              <a:spcAft>
                <a:spcPts val="0"/>
              </a:spcAft>
              <a:buClr>
                <a:schemeClr val="dk1"/>
              </a:buClr>
              <a:buSzPts val="1200"/>
              <a:buNone/>
              <a:defRPr>
                <a:solidFill>
                  <a:schemeClr val="dk1"/>
                </a:solidFill>
              </a:defRPr>
            </a:lvl4pPr>
            <a:lvl5pPr lvl="4" algn="l">
              <a:lnSpc>
                <a:spcPct val="100000"/>
              </a:lnSpc>
              <a:spcBef>
                <a:spcPts val="0"/>
              </a:spcBef>
              <a:spcAft>
                <a:spcPts val="0"/>
              </a:spcAft>
              <a:buClr>
                <a:schemeClr val="dk1"/>
              </a:buClr>
              <a:buSzPts val="1200"/>
              <a:buNone/>
              <a:defRPr>
                <a:solidFill>
                  <a:schemeClr val="dk1"/>
                </a:solidFill>
              </a:defRPr>
            </a:lvl5pPr>
            <a:lvl6pPr lvl="5" algn="l">
              <a:lnSpc>
                <a:spcPct val="100000"/>
              </a:lnSpc>
              <a:spcBef>
                <a:spcPts val="0"/>
              </a:spcBef>
              <a:spcAft>
                <a:spcPts val="0"/>
              </a:spcAft>
              <a:buClr>
                <a:schemeClr val="dk1"/>
              </a:buClr>
              <a:buSzPts val="1200"/>
              <a:buNone/>
              <a:defRPr>
                <a:solidFill>
                  <a:schemeClr val="dk1"/>
                </a:solidFill>
              </a:defRPr>
            </a:lvl6pPr>
            <a:lvl7pPr lvl="6" algn="l">
              <a:lnSpc>
                <a:spcPct val="100000"/>
              </a:lnSpc>
              <a:spcBef>
                <a:spcPts val="0"/>
              </a:spcBef>
              <a:spcAft>
                <a:spcPts val="0"/>
              </a:spcAft>
              <a:buClr>
                <a:schemeClr val="dk1"/>
              </a:buClr>
              <a:buSzPts val="1200"/>
              <a:buNone/>
              <a:defRPr>
                <a:solidFill>
                  <a:schemeClr val="dk1"/>
                </a:solidFill>
              </a:defRPr>
            </a:lvl7pPr>
            <a:lvl8pPr lvl="7" algn="l">
              <a:lnSpc>
                <a:spcPct val="100000"/>
              </a:lnSpc>
              <a:spcBef>
                <a:spcPts val="0"/>
              </a:spcBef>
              <a:spcAft>
                <a:spcPts val="0"/>
              </a:spcAft>
              <a:buClr>
                <a:schemeClr val="dk1"/>
              </a:buClr>
              <a:buSzPts val="1200"/>
              <a:buNone/>
              <a:defRPr>
                <a:solidFill>
                  <a:schemeClr val="dk1"/>
                </a:solidFill>
              </a:defRPr>
            </a:lvl8pPr>
            <a:lvl9pPr lvl="8" algn="l">
              <a:lnSpc>
                <a:spcPct val="100000"/>
              </a:lnSpc>
              <a:spcBef>
                <a:spcPts val="0"/>
              </a:spcBef>
              <a:spcAft>
                <a:spcPts val="0"/>
              </a:spcAft>
              <a:buClr>
                <a:schemeClr val="dk1"/>
              </a:buClr>
              <a:buSzPts val="1200"/>
              <a:buNone/>
              <a:defRPr>
                <a:solidFill>
                  <a:schemeClr val="dk1"/>
                </a:solidFill>
              </a:defRPr>
            </a:lvl9pPr>
          </a:lstStyle>
          <a:p>
            <a:endParaRPr/>
          </a:p>
        </p:txBody>
      </p:sp>
      <p:grpSp>
        <p:nvGrpSpPr>
          <p:cNvPr id="604" name="Google Shape;604;p57"/>
          <p:cNvGrpSpPr/>
          <p:nvPr/>
        </p:nvGrpSpPr>
        <p:grpSpPr>
          <a:xfrm>
            <a:off x="891738" y="-296666"/>
            <a:ext cx="2743076" cy="657293"/>
            <a:chOff x="5227825" y="3000800"/>
            <a:chExt cx="1865150" cy="446925"/>
          </a:xfrm>
        </p:grpSpPr>
        <p:sp>
          <p:nvSpPr>
            <p:cNvPr id="605" name="Google Shape;605;p57"/>
            <p:cNvSpPr/>
            <p:nvPr/>
          </p:nvSpPr>
          <p:spPr>
            <a:xfrm>
              <a:off x="6867250" y="3000800"/>
              <a:ext cx="225725" cy="446925"/>
            </a:xfrm>
            <a:custGeom>
              <a:avLst/>
              <a:gdLst/>
              <a:ahLst/>
              <a:cxnLst/>
              <a:rect l="l" t="t" r="r" b="b"/>
              <a:pathLst>
                <a:path w="9029" h="17877" extrusionOk="0">
                  <a:moveTo>
                    <a:pt x="3281" y="17877"/>
                  </a:moveTo>
                  <a:lnTo>
                    <a:pt x="0" y="17877"/>
                  </a:lnTo>
                  <a:lnTo>
                    <a:pt x="5778" y="8939"/>
                  </a:lnTo>
                  <a:lnTo>
                    <a:pt x="0"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6" name="Google Shape;606;p57"/>
            <p:cNvSpPr/>
            <p:nvPr/>
          </p:nvSpPr>
          <p:spPr>
            <a:xfrm>
              <a:off x="6662600" y="3000800"/>
              <a:ext cx="225725" cy="446925"/>
            </a:xfrm>
            <a:custGeom>
              <a:avLst/>
              <a:gdLst/>
              <a:ahLst/>
              <a:cxnLst/>
              <a:rect l="l" t="t" r="r" b="b"/>
              <a:pathLst>
                <a:path w="9029" h="17877" extrusionOk="0">
                  <a:moveTo>
                    <a:pt x="3251" y="17877"/>
                  </a:moveTo>
                  <a:lnTo>
                    <a:pt x="0" y="17877"/>
                  </a:lnTo>
                  <a:lnTo>
                    <a:pt x="5749" y="8939"/>
                  </a:lnTo>
                  <a:lnTo>
                    <a:pt x="0"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7" name="Google Shape;607;p57"/>
            <p:cNvSpPr/>
            <p:nvPr/>
          </p:nvSpPr>
          <p:spPr>
            <a:xfrm>
              <a:off x="6457200" y="3000800"/>
              <a:ext cx="225725" cy="446925"/>
            </a:xfrm>
            <a:custGeom>
              <a:avLst/>
              <a:gdLst/>
              <a:ahLst/>
              <a:cxnLst/>
              <a:rect l="l" t="t" r="r" b="b"/>
              <a:pathLst>
                <a:path w="9029" h="17877" extrusionOk="0">
                  <a:moveTo>
                    <a:pt x="3281" y="17877"/>
                  </a:moveTo>
                  <a:lnTo>
                    <a:pt x="1" y="17877"/>
                  </a:lnTo>
                  <a:lnTo>
                    <a:pt x="5779" y="8939"/>
                  </a:lnTo>
                  <a:lnTo>
                    <a:pt x="1"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8" name="Google Shape;608;p57"/>
            <p:cNvSpPr/>
            <p:nvPr/>
          </p:nvSpPr>
          <p:spPr>
            <a:xfrm>
              <a:off x="6252550" y="3000800"/>
              <a:ext cx="225750" cy="446925"/>
            </a:xfrm>
            <a:custGeom>
              <a:avLst/>
              <a:gdLst/>
              <a:ahLst/>
              <a:cxnLst/>
              <a:rect l="l" t="t" r="r" b="b"/>
              <a:pathLst>
                <a:path w="9030" h="17877" extrusionOk="0">
                  <a:moveTo>
                    <a:pt x="3251" y="17877"/>
                  </a:moveTo>
                  <a:lnTo>
                    <a:pt x="1" y="17877"/>
                  </a:lnTo>
                  <a:lnTo>
                    <a:pt x="5779" y="8939"/>
                  </a:lnTo>
                  <a:lnTo>
                    <a:pt x="1"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9" name="Google Shape;609;p57"/>
            <p:cNvSpPr/>
            <p:nvPr/>
          </p:nvSpPr>
          <p:spPr>
            <a:xfrm>
              <a:off x="6047150" y="3000800"/>
              <a:ext cx="226500" cy="446925"/>
            </a:xfrm>
            <a:custGeom>
              <a:avLst/>
              <a:gdLst/>
              <a:ahLst/>
              <a:cxnLst/>
              <a:rect l="l" t="t" r="r" b="b"/>
              <a:pathLst>
                <a:path w="9060" h="17877" extrusionOk="0">
                  <a:moveTo>
                    <a:pt x="3281" y="17877"/>
                  </a:moveTo>
                  <a:lnTo>
                    <a:pt x="1" y="17877"/>
                  </a:lnTo>
                  <a:lnTo>
                    <a:pt x="5779" y="8939"/>
                  </a:lnTo>
                  <a:lnTo>
                    <a:pt x="1" y="1"/>
                  </a:lnTo>
                  <a:lnTo>
                    <a:pt x="3281" y="1"/>
                  </a:lnTo>
                  <a:lnTo>
                    <a:pt x="905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0" name="Google Shape;610;p57"/>
            <p:cNvSpPr/>
            <p:nvPr/>
          </p:nvSpPr>
          <p:spPr>
            <a:xfrm>
              <a:off x="5842525" y="3000800"/>
              <a:ext cx="225725" cy="446925"/>
            </a:xfrm>
            <a:custGeom>
              <a:avLst/>
              <a:gdLst/>
              <a:ahLst/>
              <a:cxnLst/>
              <a:rect l="l" t="t" r="r" b="b"/>
              <a:pathLst>
                <a:path w="9029" h="17877" extrusionOk="0">
                  <a:moveTo>
                    <a:pt x="3280" y="17877"/>
                  </a:moveTo>
                  <a:lnTo>
                    <a:pt x="0" y="17877"/>
                  </a:lnTo>
                  <a:lnTo>
                    <a:pt x="5778" y="8939"/>
                  </a:lnTo>
                  <a:lnTo>
                    <a:pt x="0" y="1"/>
                  </a:lnTo>
                  <a:lnTo>
                    <a:pt x="3280"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1" name="Google Shape;611;p57"/>
            <p:cNvSpPr/>
            <p:nvPr/>
          </p:nvSpPr>
          <p:spPr>
            <a:xfrm>
              <a:off x="5637875" y="3000800"/>
              <a:ext cx="225725" cy="446925"/>
            </a:xfrm>
            <a:custGeom>
              <a:avLst/>
              <a:gdLst/>
              <a:ahLst/>
              <a:cxnLst/>
              <a:rect l="l" t="t" r="r" b="b"/>
              <a:pathLst>
                <a:path w="9029" h="17877" extrusionOk="0">
                  <a:moveTo>
                    <a:pt x="3251" y="17877"/>
                  </a:moveTo>
                  <a:lnTo>
                    <a:pt x="0" y="17877"/>
                  </a:lnTo>
                  <a:lnTo>
                    <a:pt x="5748" y="8939"/>
                  </a:lnTo>
                  <a:lnTo>
                    <a:pt x="0"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2" name="Google Shape;612;p57"/>
            <p:cNvSpPr/>
            <p:nvPr/>
          </p:nvSpPr>
          <p:spPr>
            <a:xfrm>
              <a:off x="5432475" y="3000800"/>
              <a:ext cx="226475" cy="446925"/>
            </a:xfrm>
            <a:custGeom>
              <a:avLst/>
              <a:gdLst/>
              <a:ahLst/>
              <a:cxnLst/>
              <a:rect l="l" t="t" r="r" b="b"/>
              <a:pathLst>
                <a:path w="9059" h="17877" extrusionOk="0">
                  <a:moveTo>
                    <a:pt x="3281" y="17877"/>
                  </a:moveTo>
                  <a:lnTo>
                    <a:pt x="0" y="17877"/>
                  </a:lnTo>
                  <a:lnTo>
                    <a:pt x="5779" y="8939"/>
                  </a:lnTo>
                  <a:lnTo>
                    <a:pt x="0" y="1"/>
                  </a:lnTo>
                  <a:lnTo>
                    <a:pt x="3281" y="1"/>
                  </a:lnTo>
                  <a:lnTo>
                    <a:pt x="905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3" name="Google Shape;613;p57"/>
            <p:cNvSpPr/>
            <p:nvPr/>
          </p:nvSpPr>
          <p:spPr>
            <a:xfrm>
              <a:off x="5227825" y="3000800"/>
              <a:ext cx="225750" cy="446925"/>
            </a:xfrm>
            <a:custGeom>
              <a:avLst/>
              <a:gdLst/>
              <a:ahLst/>
              <a:cxnLst/>
              <a:rect l="l" t="t" r="r" b="b"/>
              <a:pathLst>
                <a:path w="9030" h="17877" extrusionOk="0">
                  <a:moveTo>
                    <a:pt x="3281" y="17877"/>
                  </a:moveTo>
                  <a:lnTo>
                    <a:pt x="1" y="17877"/>
                  </a:lnTo>
                  <a:lnTo>
                    <a:pt x="5779" y="8939"/>
                  </a:lnTo>
                  <a:lnTo>
                    <a:pt x="1"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14" name="Google Shape;614;p57"/>
          <p:cNvSpPr/>
          <p:nvPr/>
        </p:nvSpPr>
        <p:spPr>
          <a:xfrm>
            <a:off x="7943875" y="4168700"/>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5" name="Google Shape;615;p57"/>
          <p:cNvGrpSpPr/>
          <p:nvPr/>
        </p:nvGrpSpPr>
        <p:grpSpPr>
          <a:xfrm rot="10800000">
            <a:off x="3394003" y="4648076"/>
            <a:ext cx="1145952" cy="657282"/>
            <a:chOff x="864825" y="2381600"/>
            <a:chExt cx="802825" cy="460475"/>
          </a:xfrm>
        </p:grpSpPr>
        <p:sp>
          <p:nvSpPr>
            <p:cNvPr id="616" name="Google Shape;616;p57"/>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7" name="Google Shape;617;p57"/>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8" name="Google Shape;618;p57"/>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9" name="Google Shape;619;p57"/>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0" name="Google Shape;620;p57"/>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1" name="Google Shape;621;p57"/>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2" name="Google Shape;622;p57"/>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3" name="Google Shape;623;p57"/>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4" name="Google Shape;624;p57"/>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5" name="Google Shape;625;p57"/>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6" name="Google Shape;626;p57"/>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7" name="Google Shape;627;p57"/>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8" name="Google Shape;628;p57"/>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9" name="Google Shape;629;p57"/>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0" name="Google Shape;630;p57"/>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1" name="Google Shape;631;p57"/>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32" name="Google Shape;632;p57"/>
          <p:cNvSpPr/>
          <p:nvPr/>
        </p:nvSpPr>
        <p:spPr>
          <a:xfrm>
            <a:off x="223713" y="2067975"/>
            <a:ext cx="207000" cy="2070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3" name="Google Shape;633;p57"/>
          <p:cNvSpPr/>
          <p:nvPr/>
        </p:nvSpPr>
        <p:spPr>
          <a:xfrm>
            <a:off x="8546500" y="-296687"/>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4" name="Google Shape;634;p57"/>
          <p:cNvSpPr/>
          <p:nvPr/>
        </p:nvSpPr>
        <p:spPr>
          <a:xfrm>
            <a:off x="5143675" y="396600"/>
            <a:ext cx="292800" cy="292800"/>
          </a:xfrm>
          <a:prstGeom prst="mathMultiply">
            <a:avLst>
              <a:gd name="adj1" fmla="val 2352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5" name="Google Shape;635;p57"/>
          <p:cNvSpPr/>
          <p:nvPr/>
        </p:nvSpPr>
        <p:spPr>
          <a:xfrm>
            <a:off x="7136138" y="4500500"/>
            <a:ext cx="207000" cy="2070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anks">
  <p:cSld name="BLANK_4">
    <p:bg>
      <p:bgPr>
        <a:gradFill>
          <a:gsLst>
            <a:gs pos="0">
              <a:schemeClr val="dk2"/>
            </a:gs>
            <a:gs pos="100000">
              <a:schemeClr val="dk1"/>
            </a:gs>
          </a:gsLst>
          <a:lin ang="10800025" scaled="0"/>
        </a:gradFill>
        <a:effectLst/>
      </p:bgPr>
    </p:bg>
    <p:spTree>
      <p:nvGrpSpPr>
        <p:cNvPr id="1" name="Shape 636"/>
        <p:cNvGrpSpPr/>
        <p:nvPr/>
      </p:nvGrpSpPr>
      <p:grpSpPr>
        <a:xfrm>
          <a:off x="0" y="0"/>
          <a:ext cx="0" cy="0"/>
          <a:chOff x="0" y="0"/>
          <a:chExt cx="0" cy="0"/>
        </a:xfrm>
      </p:grpSpPr>
      <p:sp>
        <p:nvSpPr>
          <p:cNvPr id="637" name="Google Shape;637;p58"/>
          <p:cNvSpPr txBox="1">
            <a:spLocks noGrp="1"/>
          </p:cNvSpPr>
          <p:nvPr>
            <p:ph type="title"/>
          </p:nvPr>
        </p:nvSpPr>
        <p:spPr>
          <a:xfrm>
            <a:off x="2138006" y="933874"/>
            <a:ext cx="4867800" cy="865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5000">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8" name="Google Shape;638;p58"/>
          <p:cNvSpPr txBox="1">
            <a:spLocks noGrp="1"/>
          </p:cNvSpPr>
          <p:nvPr>
            <p:ph type="subTitle" idx="1"/>
          </p:nvPr>
        </p:nvSpPr>
        <p:spPr>
          <a:xfrm>
            <a:off x="2138194" y="1854124"/>
            <a:ext cx="4867800" cy="865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200"/>
              <a:buNone/>
              <a:defRPr>
                <a:solidFill>
                  <a:schemeClr val="lt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a:endParaRPr/>
          </a:p>
        </p:txBody>
      </p:sp>
      <p:grpSp>
        <p:nvGrpSpPr>
          <p:cNvPr id="639" name="Google Shape;639;p58"/>
          <p:cNvGrpSpPr/>
          <p:nvPr/>
        </p:nvGrpSpPr>
        <p:grpSpPr>
          <a:xfrm>
            <a:off x="5525715" y="4623210"/>
            <a:ext cx="1145952" cy="657282"/>
            <a:chOff x="864825" y="2381600"/>
            <a:chExt cx="802825" cy="460475"/>
          </a:xfrm>
        </p:grpSpPr>
        <p:sp>
          <p:nvSpPr>
            <p:cNvPr id="640" name="Google Shape;640;p58"/>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1" name="Google Shape;641;p58"/>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2" name="Google Shape;642;p58"/>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3" name="Google Shape;643;p58"/>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4" name="Google Shape;644;p58"/>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5" name="Google Shape;645;p58"/>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6" name="Google Shape;646;p58"/>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7" name="Google Shape;647;p58"/>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8" name="Google Shape;648;p58"/>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9" name="Google Shape;649;p58"/>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0" name="Google Shape;650;p58"/>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1" name="Google Shape;651;p58"/>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2" name="Google Shape;652;p58"/>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3" name="Google Shape;653;p58"/>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4" name="Google Shape;654;p58"/>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5" name="Google Shape;655;p58"/>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56" name="Google Shape;656;p58"/>
          <p:cNvSpPr/>
          <p:nvPr/>
        </p:nvSpPr>
        <p:spPr>
          <a:xfrm>
            <a:off x="8570876" y="-588487"/>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7" name="Google Shape;657;p58"/>
          <p:cNvSpPr/>
          <p:nvPr/>
        </p:nvSpPr>
        <p:spPr>
          <a:xfrm rot="10800000" flipH="1">
            <a:off x="-495949" y="3798688"/>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8" name="Google Shape;658;p58"/>
          <p:cNvSpPr/>
          <p:nvPr/>
        </p:nvSpPr>
        <p:spPr>
          <a:xfrm>
            <a:off x="2171463" y="4623200"/>
            <a:ext cx="193200" cy="193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59" name="Google Shape;659;p58"/>
          <p:cNvGrpSpPr/>
          <p:nvPr/>
        </p:nvGrpSpPr>
        <p:grpSpPr>
          <a:xfrm flipH="1">
            <a:off x="896526" y="-261008"/>
            <a:ext cx="2743076" cy="657293"/>
            <a:chOff x="5227825" y="3000800"/>
            <a:chExt cx="1865150" cy="446925"/>
          </a:xfrm>
        </p:grpSpPr>
        <p:sp>
          <p:nvSpPr>
            <p:cNvPr id="660" name="Google Shape;660;p58"/>
            <p:cNvSpPr/>
            <p:nvPr/>
          </p:nvSpPr>
          <p:spPr>
            <a:xfrm>
              <a:off x="6867250" y="3000800"/>
              <a:ext cx="225725" cy="446925"/>
            </a:xfrm>
            <a:custGeom>
              <a:avLst/>
              <a:gdLst/>
              <a:ahLst/>
              <a:cxnLst/>
              <a:rect l="l" t="t" r="r" b="b"/>
              <a:pathLst>
                <a:path w="9029" h="17877" extrusionOk="0">
                  <a:moveTo>
                    <a:pt x="3281" y="17877"/>
                  </a:moveTo>
                  <a:lnTo>
                    <a:pt x="0" y="17877"/>
                  </a:lnTo>
                  <a:lnTo>
                    <a:pt x="5778" y="8939"/>
                  </a:lnTo>
                  <a:lnTo>
                    <a:pt x="0"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1" name="Google Shape;661;p58"/>
            <p:cNvSpPr/>
            <p:nvPr/>
          </p:nvSpPr>
          <p:spPr>
            <a:xfrm>
              <a:off x="6662600" y="3000800"/>
              <a:ext cx="225725" cy="446925"/>
            </a:xfrm>
            <a:custGeom>
              <a:avLst/>
              <a:gdLst/>
              <a:ahLst/>
              <a:cxnLst/>
              <a:rect l="l" t="t" r="r" b="b"/>
              <a:pathLst>
                <a:path w="9029" h="17877" extrusionOk="0">
                  <a:moveTo>
                    <a:pt x="3251" y="17877"/>
                  </a:moveTo>
                  <a:lnTo>
                    <a:pt x="0" y="17877"/>
                  </a:lnTo>
                  <a:lnTo>
                    <a:pt x="5749" y="8939"/>
                  </a:lnTo>
                  <a:lnTo>
                    <a:pt x="0"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2" name="Google Shape;662;p58"/>
            <p:cNvSpPr/>
            <p:nvPr/>
          </p:nvSpPr>
          <p:spPr>
            <a:xfrm>
              <a:off x="6457200" y="3000800"/>
              <a:ext cx="225725" cy="446925"/>
            </a:xfrm>
            <a:custGeom>
              <a:avLst/>
              <a:gdLst/>
              <a:ahLst/>
              <a:cxnLst/>
              <a:rect l="l" t="t" r="r" b="b"/>
              <a:pathLst>
                <a:path w="9029" h="17877" extrusionOk="0">
                  <a:moveTo>
                    <a:pt x="3281" y="17877"/>
                  </a:moveTo>
                  <a:lnTo>
                    <a:pt x="1" y="17877"/>
                  </a:lnTo>
                  <a:lnTo>
                    <a:pt x="5779" y="8939"/>
                  </a:lnTo>
                  <a:lnTo>
                    <a:pt x="1"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3" name="Google Shape;663;p58"/>
            <p:cNvSpPr/>
            <p:nvPr/>
          </p:nvSpPr>
          <p:spPr>
            <a:xfrm>
              <a:off x="6252550" y="3000800"/>
              <a:ext cx="225750" cy="446925"/>
            </a:xfrm>
            <a:custGeom>
              <a:avLst/>
              <a:gdLst/>
              <a:ahLst/>
              <a:cxnLst/>
              <a:rect l="l" t="t" r="r" b="b"/>
              <a:pathLst>
                <a:path w="9030" h="17877" extrusionOk="0">
                  <a:moveTo>
                    <a:pt x="3251" y="17877"/>
                  </a:moveTo>
                  <a:lnTo>
                    <a:pt x="1" y="17877"/>
                  </a:lnTo>
                  <a:lnTo>
                    <a:pt x="5779" y="8939"/>
                  </a:lnTo>
                  <a:lnTo>
                    <a:pt x="1"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4" name="Google Shape;664;p58"/>
            <p:cNvSpPr/>
            <p:nvPr/>
          </p:nvSpPr>
          <p:spPr>
            <a:xfrm>
              <a:off x="6047150" y="3000800"/>
              <a:ext cx="226500" cy="446925"/>
            </a:xfrm>
            <a:custGeom>
              <a:avLst/>
              <a:gdLst/>
              <a:ahLst/>
              <a:cxnLst/>
              <a:rect l="l" t="t" r="r" b="b"/>
              <a:pathLst>
                <a:path w="9060" h="17877" extrusionOk="0">
                  <a:moveTo>
                    <a:pt x="3281" y="17877"/>
                  </a:moveTo>
                  <a:lnTo>
                    <a:pt x="1" y="17877"/>
                  </a:lnTo>
                  <a:lnTo>
                    <a:pt x="5779" y="8939"/>
                  </a:lnTo>
                  <a:lnTo>
                    <a:pt x="1" y="1"/>
                  </a:lnTo>
                  <a:lnTo>
                    <a:pt x="3281" y="1"/>
                  </a:lnTo>
                  <a:lnTo>
                    <a:pt x="905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5" name="Google Shape;665;p58"/>
            <p:cNvSpPr/>
            <p:nvPr/>
          </p:nvSpPr>
          <p:spPr>
            <a:xfrm>
              <a:off x="5842525" y="3000800"/>
              <a:ext cx="225725" cy="446925"/>
            </a:xfrm>
            <a:custGeom>
              <a:avLst/>
              <a:gdLst/>
              <a:ahLst/>
              <a:cxnLst/>
              <a:rect l="l" t="t" r="r" b="b"/>
              <a:pathLst>
                <a:path w="9029" h="17877" extrusionOk="0">
                  <a:moveTo>
                    <a:pt x="3280" y="17877"/>
                  </a:moveTo>
                  <a:lnTo>
                    <a:pt x="0" y="17877"/>
                  </a:lnTo>
                  <a:lnTo>
                    <a:pt x="5778" y="8939"/>
                  </a:lnTo>
                  <a:lnTo>
                    <a:pt x="0" y="1"/>
                  </a:lnTo>
                  <a:lnTo>
                    <a:pt x="3280"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6" name="Google Shape;666;p58"/>
            <p:cNvSpPr/>
            <p:nvPr/>
          </p:nvSpPr>
          <p:spPr>
            <a:xfrm>
              <a:off x="5637875" y="3000800"/>
              <a:ext cx="225725" cy="446925"/>
            </a:xfrm>
            <a:custGeom>
              <a:avLst/>
              <a:gdLst/>
              <a:ahLst/>
              <a:cxnLst/>
              <a:rect l="l" t="t" r="r" b="b"/>
              <a:pathLst>
                <a:path w="9029" h="17877" extrusionOk="0">
                  <a:moveTo>
                    <a:pt x="3251" y="17877"/>
                  </a:moveTo>
                  <a:lnTo>
                    <a:pt x="0" y="17877"/>
                  </a:lnTo>
                  <a:lnTo>
                    <a:pt x="5748" y="8939"/>
                  </a:lnTo>
                  <a:lnTo>
                    <a:pt x="0"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7" name="Google Shape;667;p58"/>
            <p:cNvSpPr/>
            <p:nvPr/>
          </p:nvSpPr>
          <p:spPr>
            <a:xfrm>
              <a:off x="5432475" y="3000800"/>
              <a:ext cx="226475" cy="446925"/>
            </a:xfrm>
            <a:custGeom>
              <a:avLst/>
              <a:gdLst/>
              <a:ahLst/>
              <a:cxnLst/>
              <a:rect l="l" t="t" r="r" b="b"/>
              <a:pathLst>
                <a:path w="9059" h="17877" extrusionOk="0">
                  <a:moveTo>
                    <a:pt x="3281" y="17877"/>
                  </a:moveTo>
                  <a:lnTo>
                    <a:pt x="0" y="17877"/>
                  </a:lnTo>
                  <a:lnTo>
                    <a:pt x="5779" y="8939"/>
                  </a:lnTo>
                  <a:lnTo>
                    <a:pt x="0" y="1"/>
                  </a:lnTo>
                  <a:lnTo>
                    <a:pt x="3281" y="1"/>
                  </a:lnTo>
                  <a:lnTo>
                    <a:pt x="905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8" name="Google Shape;668;p58"/>
            <p:cNvSpPr/>
            <p:nvPr/>
          </p:nvSpPr>
          <p:spPr>
            <a:xfrm>
              <a:off x="5227825" y="3000800"/>
              <a:ext cx="225750" cy="446925"/>
            </a:xfrm>
            <a:custGeom>
              <a:avLst/>
              <a:gdLst/>
              <a:ahLst/>
              <a:cxnLst/>
              <a:rect l="l" t="t" r="r" b="b"/>
              <a:pathLst>
                <a:path w="9030" h="17877" extrusionOk="0">
                  <a:moveTo>
                    <a:pt x="3281" y="17877"/>
                  </a:moveTo>
                  <a:lnTo>
                    <a:pt x="1" y="17877"/>
                  </a:lnTo>
                  <a:lnTo>
                    <a:pt x="5779" y="8939"/>
                  </a:lnTo>
                  <a:lnTo>
                    <a:pt x="1"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9" name="Google Shape;669;p58"/>
          <p:cNvSpPr/>
          <p:nvPr/>
        </p:nvSpPr>
        <p:spPr>
          <a:xfrm>
            <a:off x="8087750" y="4243775"/>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0" name="Google Shape;670;p58"/>
          <p:cNvSpPr/>
          <p:nvPr/>
        </p:nvSpPr>
        <p:spPr>
          <a:xfrm>
            <a:off x="8570875" y="1549775"/>
            <a:ext cx="207000" cy="2070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1" name="Google Shape;671;p58"/>
          <p:cNvSpPr/>
          <p:nvPr/>
        </p:nvSpPr>
        <p:spPr>
          <a:xfrm>
            <a:off x="340925" y="1506875"/>
            <a:ext cx="292800" cy="292800"/>
          </a:xfrm>
          <a:prstGeom prst="mathMultiply">
            <a:avLst>
              <a:gd name="adj1" fmla="val 2352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2" name="Google Shape;672;p58"/>
          <p:cNvSpPr/>
          <p:nvPr/>
        </p:nvSpPr>
        <p:spPr>
          <a:xfrm>
            <a:off x="8680550" y="3646625"/>
            <a:ext cx="193200" cy="193200"/>
          </a:xfrm>
          <a:prstGeom prst="ellipse">
            <a:avLst/>
          </a:pr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3" name="Google Shape;673;p58"/>
          <p:cNvSpPr/>
          <p:nvPr/>
        </p:nvSpPr>
        <p:spPr>
          <a:xfrm>
            <a:off x="6147750" y="256000"/>
            <a:ext cx="193200" cy="193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4" name="Google Shape;674;p58"/>
          <p:cNvSpPr/>
          <p:nvPr/>
        </p:nvSpPr>
        <p:spPr>
          <a:xfrm>
            <a:off x="1017025" y="4702825"/>
            <a:ext cx="207000" cy="2070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5" name="Google Shape;675;p58"/>
          <p:cNvSpPr txBox="1"/>
          <p:nvPr/>
        </p:nvSpPr>
        <p:spPr>
          <a:xfrm>
            <a:off x="2138194" y="3548215"/>
            <a:ext cx="4867800" cy="390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chemeClr val="lt1"/>
                </a:solidFill>
                <a:latin typeface="Barlow"/>
                <a:ea typeface="Barlow"/>
                <a:cs typeface="Barlow"/>
                <a:sym typeface="Barlow"/>
              </a:rPr>
              <a:t>Credits: This presentation template was created by </a:t>
            </a:r>
            <a:r>
              <a:rPr lang="en" sz="1000" b="1" i="0" u="none" strike="noStrike" cap="none">
                <a:solidFill>
                  <a:schemeClr val="lt1"/>
                </a:solidFill>
                <a:uFill>
                  <a:noFill/>
                </a:uFill>
                <a:latin typeface="Barlow"/>
                <a:ea typeface="Barlow"/>
                <a:cs typeface="Barlow"/>
                <a:sym typeface="Barlow"/>
                <a:hlinkClick r:id="rId2">
                  <a:extLst>
                    <a:ext uri="{A12FA001-AC4F-418D-AE19-62706E023703}">
                      <ahyp:hlinkClr xmlns:ahyp="http://schemas.microsoft.com/office/drawing/2018/hyperlinkcolor" val="tx"/>
                    </a:ext>
                  </a:extLst>
                </a:hlinkClick>
              </a:rPr>
              <a:t>Slidesgo</a:t>
            </a:r>
            <a:r>
              <a:rPr lang="en" sz="1000" b="0" i="0" u="none" strike="noStrike" cap="none">
                <a:solidFill>
                  <a:schemeClr val="lt1"/>
                </a:solidFill>
                <a:latin typeface="Barlow"/>
                <a:ea typeface="Barlow"/>
                <a:cs typeface="Barlow"/>
                <a:sym typeface="Barlow"/>
              </a:rPr>
              <a:t>, including icons by </a:t>
            </a:r>
            <a:r>
              <a:rPr lang="en" sz="1000" b="1" i="0" u="none" strike="noStrike" cap="none">
                <a:solidFill>
                  <a:schemeClr val="lt1"/>
                </a:solidFill>
                <a:uFill>
                  <a:noFill/>
                </a:uFill>
                <a:latin typeface="Barlow"/>
                <a:ea typeface="Barlow"/>
                <a:cs typeface="Barlow"/>
                <a:sym typeface="Barlow"/>
                <a:hlinkClick r:id="rId3">
                  <a:extLst>
                    <a:ext uri="{A12FA001-AC4F-418D-AE19-62706E023703}">
                      <ahyp:hlinkClr xmlns:ahyp="http://schemas.microsoft.com/office/drawing/2018/hyperlinkcolor" val="tx"/>
                    </a:ext>
                  </a:extLst>
                </a:hlinkClick>
              </a:rPr>
              <a:t>Flaticon</a:t>
            </a:r>
            <a:r>
              <a:rPr lang="en" sz="1000" b="1" i="0" u="none" strike="noStrike" cap="none">
                <a:solidFill>
                  <a:schemeClr val="lt1"/>
                </a:solidFill>
                <a:latin typeface="Barlow"/>
                <a:ea typeface="Barlow"/>
                <a:cs typeface="Barlow"/>
                <a:sym typeface="Barlow"/>
              </a:rPr>
              <a:t> </a:t>
            </a:r>
            <a:r>
              <a:rPr lang="en" sz="1000" b="0" i="0" u="none" strike="noStrike" cap="none">
                <a:solidFill>
                  <a:schemeClr val="lt1"/>
                </a:solidFill>
                <a:latin typeface="Barlow"/>
                <a:ea typeface="Barlow"/>
                <a:cs typeface="Barlow"/>
                <a:sym typeface="Barlow"/>
              </a:rPr>
              <a:t>and infographics &amp; images by </a:t>
            </a:r>
            <a:r>
              <a:rPr lang="en" sz="1000" b="1" i="0" u="none" strike="noStrike" cap="none">
                <a:solidFill>
                  <a:schemeClr val="lt1"/>
                </a:solidFill>
                <a:uFill>
                  <a:noFill/>
                </a:uFill>
                <a:latin typeface="Barlow"/>
                <a:ea typeface="Barlow"/>
                <a:cs typeface="Barlow"/>
                <a:sym typeface="Barlow"/>
                <a:hlinkClick r:id="rId4">
                  <a:extLst>
                    <a:ext uri="{A12FA001-AC4F-418D-AE19-62706E023703}">
                      <ahyp:hlinkClr xmlns:ahyp="http://schemas.microsoft.com/office/drawing/2018/hyperlinkcolor" val="tx"/>
                    </a:ext>
                  </a:extLst>
                </a:hlinkClick>
              </a:rPr>
              <a:t>Freepik</a:t>
            </a:r>
            <a:endParaRPr sz="1000" b="1" i="0" u="none" strike="noStrike" cap="none">
              <a:solidFill>
                <a:schemeClr val="lt1"/>
              </a:solidFill>
              <a:latin typeface="Barlow"/>
              <a:ea typeface="Barlow"/>
              <a:cs typeface="Barlow"/>
              <a:sym typeface="Barlow"/>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1">
  <p:cSld name="BLANK_11">
    <p:bg>
      <p:bgPr>
        <a:gradFill>
          <a:gsLst>
            <a:gs pos="0">
              <a:schemeClr val="dk2"/>
            </a:gs>
            <a:gs pos="100000">
              <a:schemeClr val="dk1"/>
            </a:gs>
          </a:gsLst>
          <a:lin ang="10800025" scaled="0"/>
        </a:gradFill>
        <a:effectLst/>
      </p:bgPr>
    </p:bg>
    <p:spTree>
      <p:nvGrpSpPr>
        <p:cNvPr id="1" name="Shape 676"/>
        <p:cNvGrpSpPr/>
        <p:nvPr/>
      </p:nvGrpSpPr>
      <p:grpSpPr>
        <a:xfrm>
          <a:off x="0" y="0"/>
          <a:ext cx="0" cy="0"/>
          <a:chOff x="0" y="0"/>
          <a:chExt cx="0" cy="0"/>
        </a:xfrm>
      </p:grpSpPr>
      <p:sp>
        <p:nvSpPr>
          <p:cNvPr id="677" name="Google Shape;677;p59"/>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8" name="Google Shape;678;p59"/>
          <p:cNvSpPr txBox="1">
            <a:spLocks noGrp="1"/>
          </p:cNvSpPr>
          <p:nvPr>
            <p:ph type="body" idx="1"/>
          </p:nvPr>
        </p:nvSpPr>
        <p:spPr>
          <a:xfrm>
            <a:off x="713100" y="1486175"/>
            <a:ext cx="7717800" cy="409200"/>
          </a:xfrm>
          <a:prstGeom prst="rect">
            <a:avLst/>
          </a:prstGeom>
          <a:noFill/>
          <a:ln>
            <a:noFill/>
          </a:ln>
        </p:spPr>
        <p:txBody>
          <a:bodyPr spcFirstLastPara="1" wrap="square" lIns="91425" tIns="91425" rIns="91425" bIns="91425" anchor="t" anchorCtr="0">
            <a:noAutofit/>
          </a:bodyPr>
          <a:lstStyle>
            <a:lvl1pPr marL="457200" lvl="0" indent="-304800" algn="ctr">
              <a:lnSpc>
                <a:spcPct val="100000"/>
              </a:lnSpc>
              <a:spcBef>
                <a:spcPts val="0"/>
              </a:spcBef>
              <a:spcAft>
                <a:spcPts val="0"/>
              </a:spcAft>
              <a:buClr>
                <a:schemeClr val="lt1"/>
              </a:buClr>
              <a:buSzPts val="1200"/>
              <a:buChar char="●"/>
              <a:defRPr>
                <a:solidFill>
                  <a:schemeClr val="lt1"/>
                </a:solidFill>
              </a:defRPr>
            </a:lvl1pPr>
            <a:lvl2pPr marL="914400" lvl="1" indent="-304800" algn="l">
              <a:lnSpc>
                <a:spcPct val="100000"/>
              </a:lnSpc>
              <a:spcBef>
                <a:spcPts val="0"/>
              </a:spcBef>
              <a:spcAft>
                <a:spcPts val="0"/>
              </a:spcAft>
              <a:buClr>
                <a:schemeClr val="lt1"/>
              </a:buClr>
              <a:buSzPts val="1200"/>
              <a:buChar char="○"/>
              <a:defRPr>
                <a:solidFill>
                  <a:schemeClr val="lt1"/>
                </a:solidFill>
              </a:defRPr>
            </a:lvl2pPr>
            <a:lvl3pPr marL="1371600" lvl="2" indent="-304800" algn="l">
              <a:lnSpc>
                <a:spcPct val="100000"/>
              </a:lnSpc>
              <a:spcBef>
                <a:spcPts val="0"/>
              </a:spcBef>
              <a:spcAft>
                <a:spcPts val="0"/>
              </a:spcAft>
              <a:buClr>
                <a:schemeClr val="lt1"/>
              </a:buClr>
              <a:buSzPts val="1200"/>
              <a:buChar char="■"/>
              <a:defRPr>
                <a:solidFill>
                  <a:schemeClr val="lt1"/>
                </a:solidFill>
              </a:defRPr>
            </a:lvl3pPr>
            <a:lvl4pPr marL="1828800" lvl="3" indent="-304800" algn="l">
              <a:lnSpc>
                <a:spcPct val="100000"/>
              </a:lnSpc>
              <a:spcBef>
                <a:spcPts val="0"/>
              </a:spcBef>
              <a:spcAft>
                <a:spcPts val="0"/>
              </a:spcAft>
              <a:buClr>
                <a:schemeClr val="lt1"/>
              </a:buClr>
              <a:buSzPts val="1200"/>
              <a:buChar char="●"/>
              <a:defRPr>
                <a:solidFill>
                  <a:schemeClr val="lt1"/>
                </a:solidFill>
              </a:defRPr>
            </a:lvl4pPr>
            <a:lvl5pPr marL="2286000" lvl="4" indent="-304800" algn="l">
              <a:lnSpc>
                <a:spcPct val="100000"/>
              </a:lnSpc>
              <a:spcBef>
                <a:spcPts val="0"/>
              </a:spcBef>
              <a:spcAft>
                <a:spcPts val="0"/>
              </a:spcAft>
              <a:buClr>
                <a:schemeClr val="lt1"/>
              </a:buClr>
              <a:buSzPts val="1200"/>
              <a:buChar char="○"/>
              <a:defRPr>
                <a:solidFill>
                  <a:schemeClr val="lt1"/>
                </a:solidFill>
              </a:defRPr>
            </a:lvl5pPr>
            <a:lvl6pPr marL="2743200" lvl="5" indent="-304800" algn="l">
              <a:lnSpc>
                <a:spcPct val="100000"/>
              </a:lnSpc>
              <a:spcBef>
                <a:spcPts val="0"/>
              </a:spcBef>
              <a:spcAft>
                <a:spcPts val="0"/>
              </a:spcAft>
              <a:buClr>
                <a:schemeClr val="lt1"/>
              </a:buClr>
              <a:buSzPts val="1200"/>
              <a:buChar char="■"/>
              <a:defRPr>
                <a:solidFill>
                  <a:schemeClr val="lt1"/>
                </a:solidFill>
              </a:defRPr>
            </a:lvl6pPr>
            <a:lvl7pPr marL="3200400" lvl="6" indent="-304800" algn="l">
              <a:lnSpc>
                <a:spcPct val="100000"/>
              </a:lnSpc>
              <a:spcBef>
                <a:spcPts val="0"/>
              </a:spcBef>
              <a:spcAft>
                <a:spcPts val="0"/>
              </a:spcAft>
              <a:buClr>
                <a:schemeClr val="lt1"/>
              </a:buClr>
              <a:buSzPts val="1200"/>
              <a:buChar char="●"/>
              <a:defRPr>
                <a:solidFill>
                  <a:schemeClr val="lt1"/>
                </a:solidFill>
              </a:defRPr>
            </a:lvl7pPr>
            <a:lvl8pPr marL="3657600" lvl="7" indent="-304800" algn="l">
              <a:lnSpc>
                <a:spcPct val="100000"/>
              </a:lnSpc>
              <a:spcBef>
                <a:spcPts val="0"/>
              </a:spcBef>
              <a:spcAft>
                <a:spcPts val="0"/>
              </a:spcAft>
              <a:buClr>
                <a:schemeClr val="lt1"/>
              </a:buClr>
              <a:buSzPts val="1200"/>
              <a:buChar char="○"/>
              <a:defRPr>
                <a:solidFill>
                  <a:schemeClr val="lt1"/>
                </a:solidFill>
              </a:defRPr>
            </a:lvl8pPr>
            <a:lvl9pPr marL="4114800" lvl="8" indent="-304800" algn="l">
              <a:lnSpc>
                <a:spcPct val="100000"/>
              </a:lnSpc>
              <a:spcBef>
                <a:spcPts val="0"/>
              </a:spcBef>
              <a:spcAft>
                <a:spcPts val="0"/>
              </a:spcAft>
              <a:buClr>
                <a:schemeClr val="lt1"/>
              </a:buClr>
              <a:buSzPts val="1200"/>
              <a:buChar char="■"/>
              <a:defRPr>
                <a:solidFill>
                  <a:schemeClr val="lt1"/>
                </a:solidFill>
              </a:defRPr>
            </a:lvl9pPr>
          </a:lstStyle>
          <a:p>
            <a:endParaRPr/>
          </a:p>
        </p:txBody>
      </p:sp>
      <p:grpSp>
        <p:nvGrpSpPr>
          <p:cNvPr id="679" name="Google Shape;679;p59"/>
          <p:cNvGrpSpPr/>
          <p:nvPr/>
        </p:nvGrpSpPr>
        <p:grpSpPr>
          <a:xfrm>
            <a:off x="6884617" y="-322743"/>
            <a:ext cx="1145952" cy="657282"/>
            <a:chOff x="864825" y="2381600"/>
            <a:chExt cx="802825" cy="460475"/>
          </a:xfrm>
        </p:grpSpPr>
        <p:sp>
          <p:nvSpPr>
            <p:cNvPr id="680" name="Google Shape;680;p59"/>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1" name="Google Shape;681;p59"/>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2" name="Google Shape;682;p59"/>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3" name="Google Shape;683;p59"/>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4" name="Google Shape;684;p59"/>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5" name="Google Shape;685;p59"/>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6" name="Google Shape;686;p59"/>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7" name="Google Shape;687;p59"/>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8" name="Google Shape;688;p59"/>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9" name="Google Shape;689;p59"/>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0" name="Google Shape;690;p59"/>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1" name="Google Shape;691;p59"/>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2" name="Google Shape;692;p59"/>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3" name="Google Shape;693;p59"/>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4" name="Google Shape;694;p59"/>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5" name="Google Shape;695;p59"/>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96" name="Google Shape;696;p59"/>
          <p:cNvSpPr/>
          <p:nvPr/>
        </p:nvSpPr>
        <p:spPr>
          <a:xfrm>
            <a:off x="-433525" y="-505537"/>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7" name="Google Shape;697;p59"/>
          <p:cNvSpPr/>
          <p:nvPr/>
        </p:nvSpPr>
        <p:spPr>
          <a:xfrm>
            <a:off x="8334175" y="4604000"/>
            <a:ext cx="193200" cy="193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8" name="Google Shape;698;p59"/>
          <p:cNvSpPr/>
          <p:nvPr/>
        </p:nvSpPr>
        <p:spPr>
          <a:xfrm>
            <a:off x="8601875" y="1518925"/>
            <a:ext cx="292800" cy="292800"/>
          </a:xfrm>
          <a:prstGeom prst="mathMultiply">
            <a:avLst>
              <a:gd name="adj1" fmla="val 2352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99" name="Google Shape;699;p59"/>
          <p:cNvGrpSpPr/>
          <p:nvPr/>
        </p:nvGrpSpPr>
        <p:grpSpPr>
          <a:xfrm>
            <a:off x="3995292" y="4797590"/>
            <a:ext cx="1145952" cy="657282"/>
            <a:chOff x="864825" y="2381600"/>
            <a:chExt cx="802825" cy="460475"/>
          </a:xfrm>
        </p:grpSpPr>
        <p:sp>
          <p:nvSpPr>
            <p:cNvPr id="700" name="Google Shape;700;p59"/>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1" name="Google Shape;701;p59"/>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2" name="Google Shape;702;p59"/>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3" name="Google Shape;703;p59"/>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4" name="Google Shape;704;p59"/>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5" name="Google Shape;705;p59"/>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6" name="Google Shape;706;p59"/>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7" name="Google Shape;707;p59"/>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8" name="Google Shape;708;p59"/>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9" name="Google Shape;709;p59"/>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0" name="Google Shape;710;p59"/>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1" name="Google Shape;711;p59"/>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2" name="Google Shape;712;p59"/>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3" name="Google Shape;713;p59"/>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4" name="Google Shape;714;p59"/>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5" name="Google Shape;715;p59"/>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16" name="Google Shape;716;p59"/>
          <p:cNvSpPr/>
          <p:nvPr/>
        </p:nvSpPr>
        <p:spPr>
          <a:xfrm>
            <a:off x="-599262" y="4436838"/>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7" name="Google Shape;717;p59"/>
          <p:cNvSpPr/>
          <p:nvPr/>
        </p:nvSpPr>
        <p:spPr>
          <a:xfrm>
            <a:off x="226025" y="3498625"/>
            <a:ext cx="207000" cy="2070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1">
  <p:cSld name="BLANK_9">
    <p:bg>
      <p:bgPr>
        <a:gradFill>
          <a:gsLst>
            <a:gs pos="0">
              <a:schemeClr val="dk2"/>
            </a:gs>
            <a:gs pos="100000">
              <a:schemeClr val="dk1"/>
            </a:gs>
          </a:gsLst>
          <a:lin ang="10800025" scaled="0"/>
        </a:gradFill>
        <a:effectLst/>
      </p:bgPr>
    </p:bg>
    <p:spTree>
      <p:nvGrpSpPr>
        <p:cNvPr id="1" name="Shape 718"/>
        <p:cNvGrpSpPr/>
        <p:nvPr/>
      </p:nvGrpSpPr>
      <p:grpSpPr>
        <a:xfrm>
          <a:off x="0" y="0"/>
          <a:ext cx="0" cy="0"/>
          <a:chOff x="0" y="0"/>
          <a:chExt cx="0" cy="0"/>
        </a:xfrm>
      </p:grpSpPr>
      <p:sp>
        <p:nvSpPr>
          <p:cNvPr id="719" name="Google Shape;719;p60"/>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0" name="Google Shape;720;p60"/>
          <p:cNvSpPr txBox="1">
            <a:spLocks noGrp="1"/>
          </p:cNvSpPr>
          <p:nvPr>
            <p:ph type="body" idx="1"/>
          </p:nvPr>
        </p:nvSpPr>
        <p:spPr>
          <a:xfrm>
            <a:off x="713163" y="1940075"/>
            <a:ext cx="3707700" cy="1739400"/>
          </a:xfrm>
          <a:prstGeom prst="rect">
            <a:avLst/>
          </a:prstGeom>
          <a:noFill/>
          <a:ln>
            <a:noFill/>
          </a:ln>
        </p:spPr>
        <p:txBody>
          <a:bodyPr spcFirstLastPara="1" wrap="square" lIns="91425" tIns="91425" rIns="91425" bIns="91425" anchor="t" anchorCtr="0">
            <a:noAutofit/>
          </a:bodyPr>
          <a:lstStyle>
            <a:lvl1pPr marL="457200" lvl="0" indent="-304800" algn="l">
              <a:lnSpc>
                <a:spcPct val="100000"/>
              </a:lnSpc>
              <a:spcBef>
                <a:spcPts val="0"/>
              </a:spcBef>
              <a:spcAft>
                <a:spcPts val="0"/>
              </a:spcAft>
              <a:buClr>
                <a:schemeClr val="accent1"/>
              </a:buClr>
              <a:buSzPts val="1200"/>
              <a:buChar char="●"/>
              <a:defRPr>
                <a:solidFill>
                  <a:schemeClr val="lt1"/>
                </a:solidFill>
              </a:defRPr>
            </a:lvl1pPr>
            <a:lvl2pPr marL="914400" lvl="1" indent="-304800" algn="l">
              <a:lnSpc>
                <a:spcPct val="100000"/>
              </a:lnSpc>
              <a:spcBef>
                <a:spcPts val="0"/>
              </a:spcBef>
              <a:spcAft>
                <a:spcPts val="0"/>
              </a:spcAft>
              <a:buClr>
                <a:schemeClr val="lt1"/>
              </a:buClr>
              <a:buSzPts val="1200"/>
              <a:buChar char="○"/>
              <a:defRPr>
                <a:solidFill>
                  <a:schemeClr val="lt1"/>
                </a:solidFill>
              </a:defRPr>
            </a:lvl2pPr>
            <a:lvl3pPr marL="1371600" lvl="2" indent="-304800" algn="l">
              <a:lnSpc>
                <a:spcPct val="100000"/>
              </a:lnSpc>
              <a:spcBef>
                <a:spcPts val="0"/>
              </a:spcBef>
              <a:spcAft>
                <a:spcPts val="0"/>
              </a:spcAft>
              <a:buClr>
                <a:schemeClr val="lt1"/>
              </a:buClr>
              <a:buSzPts val="1200"/>
              <a:buChar char="■"/>
              <a:defRPr>
                <a:solidFill>
                  <a:schemeClr val="lt1"/>
                </a:solidFill>
              </a:defRPr>
            </a:lvl3pPr>
            <a:lvl4pPr marL="1828800" lvl="3" indent="-304800" algn="l">
              <a:lnSpc>
                <a:spcPct val="100000"/>
              </a:lnSpc>
              <a:spcBef>
                <a:spcPts val="0"/>
              </a:spcBef>
              <a:spcAft>
                <a:spcPts val="0"/>
              </a:spcAft>
              <a:buClr>
                <a:schemeClr val="lt1"/>
              </a:buClr>
              <a:buSzPts val="1200"/>
              <a:buChar char="●"/>
              <a:defRPr>
                <a:solidFill>
                  <a:schemeClr val="lt1"/>
                </a:solidFill>
              </a:defRPr>
            </a:lvl4pPr>
            <a:lvl5pPr marL="2286000" lvl="4" indent="-304800" algn="l">
              <a:lnSpc>
                <a:spcPct val="100000"/>
              </a:lnSpc>
              <a:spcBef>
                <a:spcPts val="0"/>
              </a:spcBef>
              <a:spcAft>
                <a:spcPts val="0"/>
              </a:spcAft>
              <a:buClr>
                <a:schemeClr val="lt1"/>
              </a:buClr>
              <a:buSzPts val="1200"/>
              <a:buChar char="○"/>
              <a:defRPr>
                <a:solidFill>
                  <a:schemeClr val="lt1"/>
                </a:solidFill>
              </a:defRPr>
            </a:lvl5pPr>
            <a:lvl6pPr marL="2743200" lvl="5" indent="-304800" algn="l">
              <a:lnSpc>
                <a:spcPct val="100000"/>
              </a:lnSpc>
              <a:spcBef>
                <a:spcPts val="0"/>
              </a:spcBef>
              <a:spcAft>
                <a:spcPts val="0"/>
              </a:spcAft>
              <a:buClr>
                <a:schemeClr val="lt1"/>
              </a:buClr>
              <a:buSzPts val="1200"/>
              <a:buChar char="■"/>
              <a:defRPr>
                <a:solidFill>
                  <a:schemeClr val="lt1"/>
                </a:solidFill>
              </a:defRPr>
            </a:lvl6pPr>
            <a:lvl7pPr marL="3200400" lvl="6" indent="-304800" algn="l">
              <a:lnSpc>
                <a:spcPct val="100000"/>
              </a:lnSpc>
              <a:spcBef>
                <a:spcPts val="0"/>
              </a:spcBef>
              <a:spcAft>
                <a:spcPts val="0"/>
              </a:spcAft>
              <a:buClr>
                <a:schemeClr val="lt1"/>
              </a:buClr>
              <a:buSzPts val="1200"/>
              <a:buChar char="●"/>
              <a:defRPr>
                <a:solidFill>
                  <a:schemeClr val="lt1"/>
                </a:solidFill>
              </a:defRPr>
            </a:lvl7pPr>
            <a:lvl8pPr marL="3657600" lvl="7" indent="-304800" algn="l">
              <a:lnSpc>
                <a:spcPct val="100000"/>
              </a:lnSpc>
              <a:spcBef>
                <a:spcPts val="0"/>
              </a:spcBef>
              <a:spcAft>
                <a:spcPts val="0"/>
              </a:spcAft>
              <a:buClr>
                <a:schemeClr val="lt1"/>
              </a:buClr>
              <a:buSzPts val="1200"/>
              <a:buChar char="○"/>
              <a:defRPr>
                <a:solidFill>
                  <a:schemeClr val="lt1"/>
                </a:solidFill>
              </a:defRPr>
            </a:lvl8pPr>
            <a:lvl9pPr marL="4114800" lvl="8" indent="-304800" algn="l">
              <a:lnSpc>
                <a:spcPct val="100000"/>
              </a:lnSpc>
              <a:spcBef>
                <a:spcPts val="0"/>
              </a:spcBef>
              <a:spcAft>
                <a:spcPts val="0"/>
              </a:spcAft>
              <a:buClr>
                <a:schemeClr val="lt1"/>
              </a:buClr>
              <a:buSzPts val="1200"/>
              <a:buChar char="■"/>
              <a:defRPr>
                <a:solidFill>
                  <a:schemeClr val="lt1"/>
                </a:solidFill>
              </a:defRPr>
            </a:lvl9pPr>
          </a:lstStyle>
          <a:p>
            <a:endParaRPr/>
          </a:p>
        </p:txBody>
      </p:sp>
      <p:sp>
        <p:nvSpPr>
          <p:cNvPr id="721" name="Google Shape;721;p60"/>
          <p:cNvSpPr txBox="1">
            <a:spLocks noGrp="1"/>
          </p:cNvSpPr>
          <p:nvPr>
            <p:ph type="body" idx="2"/>
          </p:nvPr>
        </p:nvSpPr>
        <p:spPr>
          <a:xfrm>
            <a:off x="4723138" y="1940075"/>
            <a:ext cx="3707700" cy="1739400"/>
          </a:xfrm>
          <a:prstGeom prst="rect">
            <a:avLst/>
          </a:prstGeom>
          <a:noFill/>
          <a:ln>
            <a:noFill/>
          </a:ln>
        </p:spPr>
        <p:txBody>
          <a:bodyPr spcFirstLastPara="1" wrap="square" lIns="91425" tIns="91425" rIns="91425" bIns="91425" anchor="t" anchorCtr="0">
            <a:noAutofit/>
          </a:bodyPr>
          <a:lstStyle>
            <a:lvl1pPr marL="457200" lvl="0" indent="-304800" algn="l">
              <a:lnSpc>
                <a:spcPct val="100000"/>
              </a:lnSpc>
              <a:spcBef>
                <a:spcPts val="0"/>
              </a:spcBef>
              <a:spcAft>
                <a:spcPts val="0"/>
              </a:spcAft>
              <a:buClr>
                <a:schemeClr val="accent1"/>
              </a:buClr>
              <a:buSzPts val="1200"/>
              <a:buChar char="●"/>
              <a:defRPr>
                <a:solidFill>
                  <a:schemeClr val="lt1"/>
                </a:solidFill>
              </a:defRPr>
            </a:lvl1pPr>
            <a:lvl2pPr marL="914400" lvl="1" indent="-304800" algn="l">
              <a:lnSpc>
                <a:spcPct val="100000"/>
              </a:lnSpc>
              <a:spcBef>
                <a:spcPts val="0"/>
              </a:spcBef>
              <a:spcAft>
                <a:spcPts val="0"/>
              </a:spcAft>
              <a:buClr>
                <a:schemeClr val="lt1"/>
              </a:buClr>
              <a:buSzPts val="1200"/>
              <a:buChar char="○"/>
              <a:defRPr>
                <a:solidFill>
                  <a:schemeClr val="lt1"/>
                </a:solidFill>
              </a:defRPr>
            </a:lvl2pPr>
            <a:lvl3pPr marL="1371600" lvl="2" indent="-304800" algn="l">
              <a:lnSpc>
                <a:spcPct val="100000"/>
              </a:lnSpc>
              <a:spcBef>
                <a:spcPts val="0"/>
              </a:spcBef>
              <a:spcAft>
                <a:spcPts val="0"/>
              </a:spcAft>
              <a:buClr>
                <a:schemeClr val="lt1"/>
              </a:buClr>
              <a:buSzPts val="1200"/>
              <a:buChar char="■"/>
              <a:defRPr>
                <a:solidFill>
                  <a:schemeClr val="lt1"/>
                </a:solidFill>
              </a:defRPr>
            </a:lvl3pPr>
            <a:lvl4pPr marL="1828800" lvl="3" indent="-304800" algn="l">
              <a:lnSpc>
                <a:spcPct val="100000"/>
              </a:lnSpc>
              <a:spcBef>
                <a:spcPts val="0"/>
              </a:spcBef>
              <a:spcAft>
                <a:spcPts val="0"/>
              </a:spcAft>
              <a:buClr>
                <a:schemeClr val="lt1"/>
              </a:buClr>
              <a:buSzPts val="1200"/>
              <a:buChar char="●"/>
              <a:defRPr>
                <a:solidFill>
                  <a:schemeClr val="lt1"/>
                </a:solidFill>
              </a:defRPr>
            </a:lvl4pPr>
            <a:lvl5pPr marL="2286000" lvl="4" indent="-304800" algn="l">
              <a:lnSpc>
                <a:spcPct val="100000"/>
              </a:lnSpc>
              <a:spcBef>
                <a:spcPts val="0"/>
              </a:spcBef>
              <a:spcAft>
                <a:spcPts val="0"/>
              </a:spcAft>
              <a:buClr>
                <a:schemeClr val="lt1"/>
              </a:buClr>
              <a:buSzPts val="1200"/>
              <a:buChar char="○"/>
              <a:defRPr>
                <a:solidFill>
                  <a:schemeClr val="lt1"/>
                </a:solidFill>
              </a:defRPr>
            </a:lvl5pPr>
            <a:lvl6pPr marL="2743200" lvl="5" indent="-304800" algn="l">
              <a:lnSpc>
                <a:spcPct val="100000"/>
              </a:lnSpc>
              <a:spcBef>
                <a:spcPts val="0"/>
              </a:spcBef>
              <a:spcAft>
                <a:spcPts val="0"/>
              </a:spcAft>
              <a:buClr>
                <a:schemeClr val="lt1"/>
              </a:buClr>
              <a:buSzPts val="1200"/>
              <a:buChar char="■"/>
              <a:defRPr>
                <a:solidFill>
                  <a:schemeClr val="lt1"/>
                </a:solidFill>
              </a:defRPr>
            </a:lvl6pPr>
            <a:lvl7pPr marL="3200400" lvl="6" indent="-304800" algn="l">
              <a:lnSpc>
                <a:spcPct val="100000"/>
              </a:lnSpc>
              <a:spcBef>
                <a:spcPts val="0"/>
              </a:spcBef>
              <a:spcAft>
                <a:spcPts val="0"/>
              </a:spcAft>
              <a:buClr>
                <a:schemeClr val="lt1"/>
              </a:buClr>
              <a:buSzPts val="1200"/>
              <a:buChar char="●"/>
              <a:defRPr>
                <a:solidFill>
                  <a:schemeClr val="lt1"/>
                </a:solidFill>
              </a:defRPr>
            </a:lvl7pPr>
            <a:lvl8pPr marL="3657600" lvl="7" indent="-304800" algn="l">
              <a:lnSpc>
                <a:spcPct val="100000"/>
              </a:lnSpc>
              <a:spcBef>
                <a:spcPts val="0"/>
              </a:spcBef>
              <a:spcAft>
                <a:spcPts val="0"/>
              </a:spcAft>
              <a:buClr>
                <a:schemeClr val="lt1"/>
              </a:buClr>
              <a:buSzPts val="1200"/>
              <a:buChar char="○"/>
              <a:defRPr>
                <a:solidFill>
                  <a:schemeClr val="lt1"/>
                </a:solidFill>
              </a:defRPr>
            </a:lvl8pPr>
            <a:lvl9pPr marL="4114800" lvl="8" indent="-304800" algn="l">
              <a:lnSpc>
                <a:spcPct val="100000"/>
              </a:lnSpc>
              <a:spcBef>
                <a:spcPts val="0"/>
              </a:spcBef>
              <a:spcAft>
                <a:spcPts val="0"/>
              </a:spcAft>
              <a:buClr>
                <a:schemeClr val="lt1"/>
              </a:buClr>
              <a:buSzPts val="1200"/>
              <a:buChar char="■"/>
              <a:defRPr>
                <a:solidFill>
                  <a:schemeClr val="lt1"/>
                </a:solidFill>
              </a:defRPr>
            </a:lvl9pPr>
          </a:lstStyle>
          <a:p>
            <a:endParaRPr/>
          </a:p>
        </p:txBody>
      </p:sp>
      <p:grpSp>
        <p:nvGrpSpPr>
          <p:cNvPr id="722" name="Google Shape;722;p60"/>
          <p:cNvGrpSpPr/>
          <p:nvPr/>
        </p:nvGrpSpPr>
        <p:grpSpPr>
          <a:xfrm>
            <a:off x="3200451" y="4893909"/>
            <a:ext cx="2743076" cy="657293"/>
            <a:chOff x="5227825" y="3000800"/>
            <a:chExt cx="1865150" cy="446925"/>
          </a:xfrm>
        </p:grpSpPr>
        <p:sp>
          <p:nvSpPr>
            <p:cNvPr id="723" name="Google Shape;723;p60"/>
            <p:cNvSpPr/>
            <p:nvPr/>
          </p:nvSpPr>
          <p:spPr>
            <a:xfrm>
              <a:off x="6867250" y="3000800"/>
              <a:ext cx="225725" cy="446925"/>
            </a:xfrm>
            <a:custGeom>
              <a:avLst/>
              <a:gdLst/>
              <a:ahLst/>
              <a:cxnLst/>
              <a:rect l="l" t="t" r="r" b="b"/>
              <a:pathLst>
                <a:path w="9029" h="17877" extrusionOk="0">
                  <a:moveTo>
                    <a:pt x="3281" y="17877"/>
                  </a:moveTo>
                  <a:lnTo>
                    <a:pt x="0" y="17877"/>
                  </a:lnTo>
                  <a:lnTo>
                    <a:pt x="5778" y="8939"/>
                  </a:lnTo>
                  <a:lnTo>
                    <a:pt x="0"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4" name="Google Shape;724;p60"/>
            <p:cNvSpPr/>
            <p:nvPr/>
          </p:nvSpPr>
          <p:spPr>
            <a:xfrm>
              <a:off x="6662600" y="3000800"/>
              <a:ext cx="225725" cy="446925"/>
            </a:xfrm>
            <a:custGeom>
              <a:avLst/>
              <a:gdLst/>
              <a:ahLst/>
              <a:cxnLst/>
              <a:rect l="l" t="t" r="r" b="b"/>
              <a:pathLst>
                <a:path w="9029" h="17877" extrusionOk="0">
                  <a:moveTo>
                    <a:pt x="3251" y="17877"/>
                  </a:moveTo>
                  <a:lnTo>
                    <a:pt x="0" y="17877"/>
                  </a:lnTo>
                  <a:lnTo>
                    <a:pt x="5749" y="8939"/>
                  </a:lnTo>
                  <a:lnTo>
                    <a:pt x="0"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5" name="Google Shape;725;p60"/>
            <p:cNvSpPr/>
            <p:nvPr/>
          </p:nvSpPr>
          <p:spPr>
            <a:xfrm>
              <a:off x="6457200" y="3000800"/>
              <a:ext cx="225725" cy="446925"/>
            </a:xfrm>
            <a:custGeom>
              <a:avLst/>
              <a:gdLst/>
              <a:ahLst/>
              <a:cxnLst/>
              <a:rect l="l" t="t" r="r" b="b"/>
              <a:pathLst>
                <a:path w="9029" h="17877" extrusionOk="0">
                  <a:moveTo>
                    <a:pt x="3281" y="17877"/>
                  </a:moveTo>
                  <a:lnTo>
                    <a:pt x="1" y="17877"/>
                  </a:lnTo>
                  <a:lnTo>
                    <a:pt x="5779" y="8939"/>
                  </a:lnTo>
                  <a:lnTo>
                    <a:pt x="1"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6" name="Google Shape;726;p60"/>
            <p:cNvSpPr/>
            <p:nvPr/>
          </p:nvSpPr>
          <p:spPr>
            <a:xfrm>
              <a:off x="6252550" y="3000800"/>
              <a:ext cx="225750" cy="446925"/>
            </a:xfrm>
            <a:custGeom>
              <a:avLst/>
              <a:gdLst/>
              <a:ahLst/>
              <a:cxnLst/>
              <a:rect l="l" t="t" r="r" b="b"/>
              <a:pathLst>
                <a:path w="9030" h="17877" extrusionOk="0">
                  <a:moveTo>
                    <a:pt x="3251" y="17877"/>
                  </a:moveTo>
                  <a:lnTo>
                    <a:pt x="1" y="17877"/>
                  </a:lnTo>
                  <a:lnTo>
                    <a:pt x="5779" y="8939"/>
                  </a:lnTo>
                  <a:lnTo>
                    <a:pt x="1"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7" name="Google Shape;727;p60"/>
            <p:cNvSpPr/>
            <p:nvPr/>
          </p:nvSpPr>
          <p:spPr>
            <a:xfrm>
              <a:off x="6047150" y="3000800"/>
              <a:ext cx="226500" cy="446925"/>
            </a:xfrm>
            <a:custGeom>
              <a:avLst/>
              <a:gdLst/>
              <a:ahLst/>
              <a:cxnLst/>
              <a:rect l="l" t="t" r="r" b="b"/>
              <a:pathLst>
                <a:path w="9060" h="17877" extrusionOk="0">
                  <a:moveTo>
                    <a:pt x="3281" y="17877"/>
                  </a:moveTo>
                  <a:lnTo>
                    <a:pt x="1" y="17877"/>
                  </a:lnTo>
                  <a:lnTo>
                    <a:pt x="5779" y="8939"/>
                  </a:lnTo>
                  <a:lnTo>
                    <a:pt x="1" y="1"/>
                  </a:lnTo>
                  <a:lnTo>
                    <a:pt x="3281" y="1"/>
                  </a:lnTo>
                  <a:lnTo>
                    <a:pt x="905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8" name="Google Shape;728;p60"/>
            <p:cNvSpPr/>
            <p:nvPr/>
          </p:nvSpPr>
          <p:spPr>
            <a:xfrm>
              <a:off x="5842525" y="3000800"/>
              <a:ext cx="225725" cy="446925"/>
            </a:xfrm>
            <a:custGeom>
              <a:avLst/>
              <a:gdLst/>
              <a:ahLst/>
              <a:cxnLst/>
              <a:rect l="l" t="t" r="r" b="b"/>
              <a:pathLst>
                <a:path w="9029" h="17877" extrusionOk="0">
                  <a:moveTo>
                    <a:pt x="3280" y="17877"/>
                  </a:moveTo>
                  <a:lnTo>
                    <a:pt x="0" y="17877"/>
                  </a:lnTo>
                  <a:lnTo>
                    <a:pt x="5778" y="8939"/>
                  </a:lnTo>
                  <a:lnTo>
                    <a:pt x="0" y="1"/>
                  </a:lnTo>
                  <a:lnTo>
                    <a:pt x="3280"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9" name="Google Shape;729;p60"/>
            <p:cNvSpPr/>
            <p:nvPr/>
          </p:nvSpPr>
          <p:spPr>
            <a:xfrm>
              <a:off x="5637875" y="3000800"/>
              <a:ext cx="225725" cy="446925"/>
            </a:xfrm>
            <a:custGeom>
              <a:avLst/>
              <a:gdLst/>
              <a:ahLst/>
              <a:cxnLst/>
              <a:rect l="l" t="t" r="r" b="b"/>
              <a:pathLst>
                <a:path w="9029" h="17877" extrusionOk="0">
                  <a:moveTo>
                    <a:pt x="3251" y="17877"/>
                  </a:moveTo>
                  <a:lnTo>
                    <a:pt x="0" y="17877"/>
                  </a:lnTo>
                  <a:lnTo>
                    <a:pt x="5748" y="8939"/>
                  </a:lnTo>
                  <a:lnTo>
                    <a:pt x="0"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0" name="Google Shape;730;p60"/>
            <p:cNvSpPr/>
            <p:nvPr/>
          </p:nvSpPr>
          <p:spPr>
            <a:xfrm>
              <a:off x="5432475" y="3000800"/>
              <a:ext cx="226475" cy="446925"/>
            </a:xfrm>
            <a:custGeom>
              <a:avLst/>
              <a:gdLst/>
              <a:ahLst/>
              <a:cxnLst/>
              <a:rect l="l" t="t" r="r" b="b"/>
              <a:pathLst>
                <a:path w="9059" h="17877" extrusionOk="0">
                  <a:moveTo>
                    <a:pt x="3281" y="17877"/>
                  </a:moveTo>
                  <a:lnTo>
                    <a:pt x="0" y="17877"/>
                  </a:lnTo>
                  <a:lnTo>
                    <a:pt x="5779" y="8939"/>
                  </a:lnTo>
                  <a:lnTo>
                    <a:pt x="0" y="1"/>
                  </a:lnTo>
                  <a:lnTo>
                    <a:pt x="3281" y="1"/>
                  </a:lnTo>
                  <a:lnTo>
                    <a:pt x="905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1" name="Google Shape;731;p60"/>
            <p:cNvSpPr/>
            <p:nvPr/>
          </p:nvSpPr>
          <p:spPr>
            <a:xfrm>
              <a:off x="5227825" y="3000800"/>
              <a:ext cx="225750" cy="446925"/>
            </a:xfrm>
            <a:custGeom>
              <a:avLst/>
              <a:gdLst/>
              <a:ahLst/>
              <a:cxnLst/>
              <a:rect l="l" t="t" r="r" b="b"/>
              <a:pathLst>
                <a:path w="9030" h="17877" extrusionOk="0">
                  <a:moveTo>
                    <a:pt x="3281" y="17877"/>
                  </a:moveTo>
                  <a:lnTo>
                    <a:pt x="1" y="17877"/>
                  </a:lnTo>
                  <a:lnTo>
                    <a:pt x="5779" y="8939"/>
                  </a:lnTo>
                  <a:lnTo>
                    <a:pt x="1"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2" name="Google Shape;732;p60"/>
          <p:cNvSpPr/>
          <p:nvPr/>
        </p:nvSpPr>
        <p:spPr>
          <a:xfrm>
            <a:off x="630275" y="-982200"/>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33" name="Google Shape;733;p60"/>
          <p:cNvGrpSpPr/>
          <p:nvPr/>
        </p:nvGrpSpPr>
        <p:grpSpPr>
          <a:xfrm rot="10800000">
            <a:off x="7682978" y="4604522"/>
            <a:ext cx="1145952" cy="657282"/>
            <a:chOff x="864825" y="2381600"/>
            <a:chExt cx="802825" cy="460475"/>
          </a:xfrm>
        </p:grpSpPr>
        <p:sp>
          <p:nvSpPr>
            <p:cNvPr id="734" name="Google Shape;734;p60"/>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5" name="Google Shape;735;p60"/>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6" name="Google Shape;736;p60"/>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7" name="Google Shape;737;p60"/>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8" name="Google Shape;738;p60"/>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9" name="Google Shape;739;p60"/>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0" name="Google Shape;740;p60"/>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1" name="Google Shape;741;p60"/>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2" name="Google Shape;742;p60"/>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3" name="Google Shape;743;p60"/>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4" name="Google Shape;744;p60"/>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5" name="Google Shape;745;p60"/>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6" name="Google Shape;746;p60"/>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7" name="Google Shape;747;p60"/>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8" name="Google Shape;748;p60"/>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9" name="Google Shape;749;p60"/>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50" name="Google Shape;750;p60"/>
          <p:cNvSpPr/>
          <p:nvPr/>
        </p:nvSpPr>
        <p:spPr>
          <a:xfrm>
            <a:off x="8733038" y="2670200"/>
            <a:ext cx="207000" cy="2070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1" name="Google Shape;751;p60"/>
          <p:cNvSpPr/>
          <p:nvPr/>
        </p:nvSpPr>
        <p:spPr>
          <a:xfrm>
            <a:off x="8546500" y="-296687"/>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2" name="Google Shape;752;p60"/>
          <p:cNvSpPr/>
          <p:nvPr/>
        </p:nvSpPr>
        <p:spPr>
          <a:xfrm>
            <a:off x="337475" y="3754775"/>
            <a:ext cx="292800" cy="292800"/>
          </a:xfrm>
          <a:prstGeom prst="mathMultiply">
            <a:avLst>
              <a:gd name="adj1" fmla="val 2352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_POINT">
    <p:bg>
      <p:bgPr>
        <a:gradFill>
          <a:gsLst>
            <a:gs pos="0">
              <a:schemeClr val="dk2"/>
            </a:gs>
            <a:gs pos="100000">
              <a:schemeClr val="dk1"/>
            </a:gs>
          </a:gsLst>
          <a:lin ang="10800025" scaled="0"/>
        </a:gradFill>
        <a:effectLst/>
      </p:bgPr>
    </p:bg>
    <p:spTree>
      <p:nvGrpSpPr>
        <p:cNvPr id="1" name="Shape 753"/>
        <p:cNvGrpSpPr/>
        <p:nvPr/>
      </p:nvGrpSpPr>
      <p:grpSpPr>
        <a:xfrm>
          <a:off x="0" y="0"/>
          <a:ext cx="0" cy="0"/>
          <a:chOff x="0" y="0"/>
          <a:chExt cx="0" cy="0"/>
        </a:xfrm>
      </p:grpSpPr>
      <p:sp>
        <p:nvSpPr>
          <p:cNvPr id="754" name="Google Shape;754;p64"/>
          <p:cNvSpPr txBox="1">
            <a:spLocks noGrp="1"/>
          </p:cNvSpPr>
          <p:nvPr>
            <p:ph type="title"/>
          </p:nvPr>
        </p:nvSpPr>
        <p:spPr>
          <a:xfrm>
            <a:off x="1388100" y="898650"/>
            <a:ext cx="6367800" cy="33462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5500"/>
              <a:buNone/>
              <a:defRPr sz="5500">
                <a:solidFill>
                  <a:schemeClr val="lt1"/>
                </a:solidFill>
              </a:defRPr>
            </a:lvl1pPr>
            <a:lvl2pPr lvl="1" algn="ctr">
              <a:lnSpc>
                <a:spcPct val="100000"/>
              </a:lnSpc>
              <a:spcBef>
                <a:spcPts val="0"/>
              </a:spcBef>
              <a:spcAft>
                <a:spcPts val="0"/>
              </a:spcAft>
              <a:buClr>
                <a:schemeClr val="lt1"/>
              </a:buClr>
              <a:buSzPts val="5500"/>
              <a:buNone/>
              <a:defRPr sz="5500">
                <a:solidFill>
                  <a:schemeClr val="lt1"/>
                </a:solidFill>
              </a:defRPr>
            </a:lvl2pPr>
            <a:lvl3pPr lvl="2" algn="ctr">
              <a:lnSpc>
                <a:spcPct val="100000"/>
              </a:lnSpc>
              <a:spcBef>
                <a:spcPts val="0"/>
              </a:spcBef>
              <a:spcAft>
                <a:spcPts val="0"/>
              </a:spcAft>
              <a:buClr>
                <a:schemeClr val="lt1"/>
              </a:buClr>
              <a:buSzPts val="5500"/>
              <a:buNone/>
              <a:defRPr sz="5500">
                <a:solidFill>
                  <a:schemeClr val="lt1"/>
                </a:solidFill>
              </a:defRPr>
            </a:lvl3pPr>
            <a:lvl4pPr lvl="3" algn="ctr">
              <a:lnSpc>
                <a:spcPct val="100000"/>
              </a:lnSpc>
              <a:spcBef>
                <a:spcPts val="0"/>
              </a:spcBef>
              <a:spcAft>
                <a:spcPts val="0"/>
              </a:spcAft>
              <a:buClr>
                <a:schemeClr val="lt1"/>
              </a:buClr>
              <a:buSzPts val="5500"/>
              <a:buNone/>
              <a:defRPr sz="5500">
                <a:solidFill>
                  <a:schemeClr val="lt1"/>
                </a:solidFill>
              </a:defRPr>
            </a:lvl4pPr>
            <a:lvl5pPr lvl="4" algn="ctr">
              <a:lnSpc>
                <a:spcPct val="100000"/>
              </a:lnSpc>
              <a:spcBef>
                <a:spcPts val="0"/>
              </a:spcBef>
              <a:spcAft>
                <a:spcPts val="0"/>
              </a:spcAft>
              <a:buClr>
                <a:schemeClr val="lt1"/>
              </a:buClr>
              <a:buSzPts val="5500"/>
              <a:buNone/>
              <a:defRPr sz="5500">
                <a:solidFill>
                  <a:schemeClr val="lt1"/>
                </a:solidFill>
              </a:defRPr>
            </a:lvl5pPr>
            <a:lvl6pPr lvl="5" algn="ctr">
              <a:lnSpc>
                <a:spcPct val="100000"/>
              </a:lnSpc>
              <a:spcBef>
                <a:spcPts val="0"/>
              </a:spcBef>
              <a:spcAft>
                <a:spcPts val="0"/>
              </a:spcAft>
              <a:buClr>
                <a:schemeClr val="lt1"/>
              </a:buClr>
              <a:buSzPts val="5500"/>
              <a:buNone/>
              <a:defRPr sz="5500">
                <a:solidFill>
                  <a:schemeClr val="lt1"/>
                </a:solidFill>
              </a:defRPr>
            </a:lvl6pPr>
            <a:lvl7pPr lvl="6" algn="ctr">
              <a:lnSpc>
                <a:spcPct val="100000"/>
              </a:lnSpc>
              <a:spcBef>
                <a:spcPts val="0"/>
              </a:spcBef>
              <a:spcAft>
                <a:spcPts val="0"/>
              </a:spcAft>
              <a:buClr>
                <a:schemeClr val="lt1"/>
              </a:buClr>
              <a:buSzPts val="5500"/>
              <a:buNone/>
              <a:defRPr sz="5500">
                <a:solidFill>
                  <a:schemeClr val="lt1"/>
                </a:solidFill>
              </a:defRPr>
            </a:lvl7pPr>
            <a:lvl8pPr lvl="7" algn="ctr">
              <a:lnSpc>
                <a:spcPct val="100000"/>
              </a:lnSpc>
              <a:spcBef>
                <a:spcPts val="0"/>
              </a:spcBef>
              <a:spcAft>
                <a:spcPts val="0"/>
              </a:spcAft>
              <a:buClr>
                <a:schemeClr val="lt1"/>
              </a:buClr>
              <a:buSzPts val="5500"/>
              <a:buNone/>
              <a:defRPr sz="5500">
                <a:solidFill>
                  <a:schemeClr val="lt1"/>
                </a:solidFill>
              </a:defRPr>
            </a:lvl8pPr>
            <a:lvl9pPr lvl="8" algn="ctr">
              <a:lnSpc>
                <a:spcPct val="100000"/>
              </a:lnSpc>
              <a:spcBef>
                <a:spcPts val="0"/>
              </a:spcBef>
              <a:spcAft>
                <a:spcPts val="0"/>
              </a:spcAft>
              <a:buClr>
                <a:schemeClr val="lt1"/>
              </a:buClr>
              <a:buSzPts val="5500"/>
              <a:buNone/>
              <a:defRPr sz="5500">
                <a:solidFill>
                  <a:schemeClr val="lt1"/>
                </a:solidFill>
              </a:defRPr>
            </a:lvl9pPr>
          </a:lstStyle>
          <a:p>
            <a:endParaRPr/>
          </a:p>
        </p:txBody>
      </p:sp>
      <p:grpSp>
        <p:nvGrpSpPr>
          <p:cNvPr id="755" name="Google Shape;755;p64"/>
          <p:cNvGrpSpPr/>
          <p:nvPr/>
        </p:nvGrpSpPr>
        <p:grpSpPr>
          <a:xfrm flipH="1">
            <a:off x="7169756" y="-151666"/>
            <a:ext cx="1145952" cy="657282"/>
            <a:chOff x="864825" y="2381600"/>
            <a:chExt cx="802825" cy="460475"/>
          </a:xfrm>
        </p:grpSpPr>
        <p:sp>
          <p:nvSpPr>
            <p:cNvPr id="756" name="Google Shape;756;p64"/>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7" name="Google Shape;757;p64"/>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8" name="Google Shape;758;p64"/>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9" name="Google Shape;759;p64"/>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0" name="Google Shape;760;p64"/>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1" name="Google Shape;761;p64"/>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2" name="Google Shape;762;p64"/>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3" name="Google Shape;763;p64"/>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4" name="Google Shape;764;p64"/>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5" name="Google Shape;765;p64"/>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6" name="Google Shape;766;p64"/>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7" name="Google Shape;767;p64"/>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8" name="Google Shape;768;p64"/>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9" name="Google Shape;769;p64"/>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0" name="Google Shape;770;p64"/>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1" name="Google Shape;771;p64"/>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72" name="Google Shape;772;p64"/>
          <p:cNvSpPr/>
          <p:nvPr/>
        </p:nvSpPr>
        <p:spPr>
          <a:xfrm flipH="1">
            <a:off x="1486775" y="-535175"/>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3" name="Google Shape;773;p64"/>
          <p:cNvSpPr/>
          <p:nvPr/>
        </p:nvSpPr>
        <p:spPr>
          <a:xfrm rot="10800000">
            <a:off x="8647825" y="3798688"/>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4" name="Google Shape;774;p64"/>
          <p:cNvSpPr/>
          <p:nvPr/>
        </p:nvSpPr>
        <p:spPr>
          <a:xfrm flipH="1">
            <a:off x="8647825" y="2052350"/>
            <a:ext cx="193200" cy="193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75" name="Google Shape;775;p64"/>
          <p:cNvGrpSpPr/>
          <p:nvPr/>
        </p:nvGrpSpPr>
        <p:grpSpPr>
          <a:xfrm flipH="1">
            <a:off x="2798110" y="4795559"/>
            <a:ext cx="2743076" cy="657293"/>
            <a:chOff x="5227825" y="3000800"/>
            <a:chExt cx="1865150" cy="446925"/>
          </a:xfrm>
        </p:grpSpPr>
        <p:sp>
          <p:nvSpPr>
            <p:cNvPr id="776" name="Google Shape;776;p64"/>
            <p:cNvSpPr/>
            <p:nvPr/>
          </p:nvSpPr>
          <p:spPr>
            <a:xfrm>
              <a:off x="6867250" y="3000800"/>
              <a:ext cx="225725" cy="446925"/>
            </a:xfrm>
            <a:custGeom>
              <a:avLst/>
              <a:gdLst/>
              <a:ahLst/>
              <a:cxnLst/>
              <a:rect l="l" t="t" r="r" b="b"/>
              <a:pathLst>
                <a:path w="9029" h="17877" extrusionOk="0">
                  <a:moveTo>
                    <a:pt x="3281" y="17877"/>
                  </a:moveTo>
                  <a:lnTo>
                    <a:pt x="0" y="17877"/>
                  </a:lnTo>
                  <a:lnTo>
                    <a:pt x="5778" y="8939"/>
                  </a:lnTo>
                  <a:lnTo>
                    <a:pt x="0"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7" name="Google Shape;777;p64"/>
            <p:cNvSpPr/>
            <p:nvPr/>
          </p:nvSpPr>
          <p:spPr>
            <a:xfrm>
              <a:off x="6662600" y="3000800"/>
              <a:ext cx="225725" cy="446925"/>
            </a:xfrm>
            <a:custGeom>
              <a:avLst/>
              <a:gdLst/>
              <a:ahLst/>
              <a:cxnLst/>
              <a:rect l="l" t="t" r="r" b="b"/>
              <a:pathLst>
                <a:path w="9029" h="17877" extrusionOk="0">
                  <a:moveTo>
                    <a:pt x="3251" y="17877"/>
                  </a:moveTo>
                  <a:lnTo>
                    <a:pt x="0" y="17877"/>
                  </a:lnTo>
                  <a:lnTo>
                    <a:pt x="5749" y="8939"/>
                  </a:lnTo>
                  <a:lnTo>
                    <a:pt x="0"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8" name="Google Shape;778;p64"/>
            <p:cNvSpPr/>
            <p:nvPr/>
          </p:nvSpPr>
          <p:spPr>
            <a:xfrm>
              <a:off x="6457200" y="3000800"/>
              <a:ext cx="225725" cy="446925"/>
            </a:xfrm>
            <a:custGeom>
              <a:avLst/>
              <a:gdLst/>
              <a:ahLst/>
              <a:cxnLst/>
              <a:rect l="l" t="t" r="r" b="b"/>
              <a:pathLst>
                <a:path w="9029" h="17877" extrusionOk="0">
                  <a:moveTo>
                    <a:pt x="3281" y="17877"/>
                  </a:moveTo>
                  <a:lnTo>
                    <a:pt x="1" y="17877"/>
                  </a:lnTo>
                  <a:lnTo>
                    <a:pt x="5779" y="8939"/>
                  </a:lnTo>
                  <a:lnTo>
                    <a:pt x="1"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9" name="Google Shape;779;p64"/>
            <p:cNvSpPr/>
            <p:nvPr/>
          </p:nvSpPr>
          <p:spPr>
            <a:xfrm>
              <a:off x="6252550" y="3000800"/>
              <a:ext cx="225750" cy="446925"/>
            </a:xfrm>
            <a:custGeom>
              <a:avLst/>
              <a:gdLst/>
              <a:ahLst/>
              <a:cxnLst/>
              <a:rect l="l" t="t" r="r" b="b"/>
              <a:pathLst>
                <a:path w="9030" h="17877" extrusionOk="0">
                  <a:moveTo>
                    <a:pt x="3251" y="17877"/>
                  </a:moveTo>
                  <a:lnTo>
                    <a:pt x="1" y="17877"/>
                  </a:lnTo>
                  <a:lnTo>
                    <a:pt x="5779" y="8939"/>
                  </a:lnTo>
                  <a:lnTo>
                    <a:pt x="1"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0" name="Google Shape;780;p64"/>
            <p:cNvSpPr/>
            <p:nvPr/>
          </p:nvSpPr>
          <p:spPr>
            <a:xfrm>
              <a:off x="6047150" y="3000800"/>
              <a:ext cx="226500" cy="446925"/>
            </a:xfrm>
            <a:custGeom>
              <a:avLst/>
              <a:gdLst/>
              <a:ahLst/>
              <a:cxnLst/>
              <a:rect l="l" t="t" r="r" b="b"/>
              <a:pathLst>
                <a:path w="9060" h="17877" extrusionOk="0">
                  <a:moveTo>
                    <a:pt x="3281" y="17877"/>
                  </a:moveTo>
                  <a:lnTo>
                    <a:pt x="1" y="17877"/>
                  </a:lnTo>
                  <a:lnTo>
                    <a:pt x="5779" y="8939"/>
                  </a:lnTo>
                  <a:lnTo>
                    <a:pt x="1" y="1"/>
                  </a:lnTo>
                  <a:lnTo>
                    <a:pt x="3281" y="1"/>
                  </a:lnTo>
                  <a:lnTo>
                    <a:pt x="905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1" name="Google Shape;781;p64"/>
            <p:cNvSpPr/>
            <p:nvPr/>
          </p:nvSpPr>
          <p:spPr>
            <a:xfrm>
              <a:off x="5842525" y="3000800"/>
              <a:ext cx="225725" cy="446925"/>
            </a:xfrm>
            <a:custGeom>
              <a:avLst/>
              <a:gdLst/>
              <a:ahLst/>
              <a:cxnLst/>
              <a:rect l="l" t="t" r="r" b="b"/>
              <a:pathLst>
                <a:path w="9029" h="17877" extrusionOk="0">
                  <a:moveTo>
                    <a:pt x="3280" y="17877"/>
                  </a:moveTo>
                  <a:lnTo>
                    <a:pt x="0" y="17877"/>
                  </a:lnTo>
                  <a:lnTo>
                    <a:pt x="5778" y="8939"/>
                  </a:lnTo>
                  <a:lnTo>
                    <a:pt x="0" y="1"/>
                  </a:lnTo>
                  <a:lnTo>
                    <a:pt x="3280"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2" name="Google Shape;782;p64"/>
            <p:cNvSpPr/>
            <p:nvPr/>
          </p:nvSpPr>
          <p:spPr>
            <a:xfrm>
              <a:off x="5637875" y="3000800"/>
              <a:ext cx="225725" cy="446925"/>
            </a:xfrm>
            <a:custGeom>
              <a:avLst/>
              <a:gdLst/>
              <a:ahLst/>
              <a:cxnLst/>
              <a:rect l="l" t="t" r="r" b="b"/>
              <a:pathLst>
                <a:path w="9029" h="17877" extrusionOk="0">
                  <a:moveTo>
                    <a:pt x="3251" y="17877"/>
                  </a:moveTo>
                  <a:lnTo>
                    <a:pt x="0" y="17877"/>
                  </a:lnTo>
                  <a:lnTo>
                    <a:pt x="5748" y="8939"/>
                  </a:lnTo>
                  <a:lnTo>
                    <a:pt x="0"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3" name="Google Shape;783;p64"/>
            <p:cNvSpPr/>
            <p:nvPr/>
          </p:nvSpPr>
          <p:spPr>
            <a:xfrm>
              <a:off x="5432475" y="3000800"/>
              <a:ext cx="226475" cy="446925"/>
            </a:xfrm>
            <a:custGeom>
              <a:avLst/>
              <a:gdLst/>
              <a:ahLst/>
              <a:cxnLst/>
              <a:rect l="l" t="t" r="r" b="b"/>
              <a:pathLst>
                <a:path w="9059" h="17877" extrusionOk="0">
                  <a:moveTo>
                    <a:pt x="3281" y="17877"/>
                  </a:moveTo>
                  <a:lnTo>
                    <a:pt x="0" y="17877"/>
                  </a:lnTo>
                  <a:lnTo>
                    <a:pt x="5779" y="8939"/>
                  </a:lnTo>
                  <a:lnTo>
                    <a:pt x="0" y="1"/>
                  </a:lnTo>
                  <a:lnTo>
                    <a:pt x="3281" y="1"/>
                  </a:lnTo>
                  <a:lnTo>
                    <a:pt x="905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4" name="Google Shape;784;p64"/>
            <p:cNvSpPr/>
            <p:nvPr/>
          </p:nvSpPr>
          <p:spPr>
            <a:xfrm>
              <a:off x="5227825" y="3000800"/>
              <a:ext cx="225750" cy="446925"/>
            </a:xfrm>
            <a:custGeom>
              <a:avLst/>
              <a:gdLst/>
              <a:ahLst/>
              <a:cxnLst/>
              <a:rect l="l" t="t" r="r" b="b"/>
              <a:pathLst>
                <a:path w="9030" h="17877" extrusionOk="0">
                  <a:moveTo>
                    <a:pt x="3281" y="17877"/>
                  </a:moveTo>
                  <a:lnTo>
                    <a:pt x="1" y="17877"/>
                  </a:lnTo>
                  <a:lnTo>
                    <a:pt x="5779" y="8939"/>
                  </a:lnTo>
                  <a:lnTo>
                    <a:pt x="1"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85" name="Google Shape;785;p64"/>
          <p:cNvSpPr/>
          <p:nvPr/>
        </p:nvSpPr>
        <p:spPr>
          <a:xfrm flipH="1">
            <a:off x="-286025" y="4243775"/>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6" name="Google Shape;786;p64"/>
          <p:cNvSpPr/>
          <p:nvPr/>
        </p:nvSpPr>
        <p:spPr>
          <a:xfrm flipH="1">
            <a:off x="7051800" y="4637875"/>
            <a:ext cx="207000" cy="2070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7" name="Google Shape;787;p64"/>
          <p:cNvSpPr/>
          <p:nvPr/>
        </p:nvSpPr>
        <p:spPr>
          <a:xfrm flipH="1">
            <a:off x="313025" y="1826225"/>
            <a:ext cx="292800" cy="292800"/>
          </a:xfrm>
          <a:prstGeom prst="mathMultiply">
            <a:avLst>
              <a:gd name="adj1" fmla="val 2352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gradFill>
          <a:gsLst>
            <a:gs pos="0">
              <a:schemeClr val="dk2"/>
            </a:gs>
            <a:gs pos="100000">
              <a:schemeClr val="dk1"/>
            </a:gs>
          </a:gsLst>
          <a:lin ang="10800025" scaled="0"/>
        </a:gradFill>
        <a:effectLst/>
      </p:bgPr>
    </p:bg>
    <p:spTree>
      <p:nvGrpSpPr>
        <p:cNvPr id="1" name="Shape 788"/>
        <p:cNvGrpSpPr/>
        <p:nvPr/>
      </p:nvGrpSpPr>
      <p:grpSpPr>
        <a:xfrm>
          <a:off x="0" y="0"/>
          <a:ext cx="0" cy="0"/>
          <a:chOff x="0" y="0"/>
          <a:chExt cx="0" cy="0"/>
        </a:xfrm>
      </p:grpSpPr>
      <p:sp>
        <p:nvSpPr>
          <p:cNvPr id="789" name="Google Shape;789;p65"/>
          <p:cNvSpPr txBox="1">
            <a:spLocks noGrp="1"/>
          </p:cNvSpPr>
          <p:nvPr>
            <p:ph type="subTitle" idx="1"/>
          </p:nvPr>
        </p:nvSpPr>
        <p:spPr>
          <a:xfrm>
            <a:off x="2549400" y="2290488"/>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1800"/>
              <a:buNone/>
              <a:defRPr sz="1800">
                <a:solidFill>
                  <a:schemeClr val="lt1"/>
                </a:solidFill>
              </a:defRPr>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790" name="Google Shape;790;p65"/>
          <p:cNvSpPr txBox="1">
            <a:spLocks noGrp="1"/>
          </p:cNvSpPr>
          <p:nvPr>
            <p:ph type="title"/>
          </p:nvPr>
        </p:nvSpPr>
        <p:spPr>
          <a:xfrm>
            <a:off x="2549400" y="1617913"/>
            <a:ext cx="4045200" cy="572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2800"/>
              <a:buNone/>
              <a:defRPr>
                <a:solidFill>
                  <a:schemeClr val="lt1"/>
                </a:solidFill>
              </a:defRPr>
            </a:lvl1pPr>
            <a:lvl2pPr lvl="1" algn="ctr">
              <a:lnSpc>
                <a:spcPct val="100000"/>
              </a:lnSpc>
              <a:spcBef>
                <a:spcPts val="0"/>
              </a:spcBef>
              <a:spcAft>
                <a:spcPts val="0"/>
              </a:spcAft>
              <a:buClr>
                <a:schemeClr val="lt1"/>
              </a:buClr>
              <a:buSzPts val="2800"/>
              <a:buNone/>
              <a:defRPr>
                <a:solidFill>
                  <a:schemeClr val="lt1"/>
                </a:solidFill>
              </a:defRPr>
            </a:lvl2pPr>
            <a:lvl3pPr lvl="2" algn="ctr">
              <a:lnSpc>
                <a:spcPct val="100000"/>
              </a:lnSpc>
              <a:spcBef>
                <a:spcPts val="0"/>
              </a:spcBef>
              <a:spcAft>
                <a:spcPts val="0"/>
              </a:spcAft>
              <a:buClr>
                <a:schemeClr val="lt1"/>
              </a:buClr>
              <a:buSzPts val="2800"/>
              <a:buNone/>
              <a:defRPr>
                <a:solidFill>
                  <a:schemeClr val="lt1"/>
                </a:solidFill>
              </a:defRPr>
            </a:lvl3pPr>
            <a:lvl4pPr lvl="3" algn="ctr">
              <a:lnSpc>
                <a:spcPct val="100000"/>
              </a:lnSpc>
              <a:spcBef>
                <a:spcPts val="0"/>
              </a:spcBef>
              <a:spcAft>
                <a:spcPts val="0"/>
              </a:spcAft>
              <a:buClr>
                <a:schemeClr val="lt1"/>
              </a:buClr>
              <a:buSzPts val="2800"/>
              <a:buNone/>
              <a:defRPr>
                <a:solidFill>
                  <a:schemeClr val="lt1"/>
                </a:solidFill>
              </a:defRPr>
            </a:lvl4pPr>
            <a:lvl5pPr lvl="4" algn="ctr">
              <a:lnSpc>
                <a:spcPct val="100000"/>
              </a:lnSpc>
              <a:spcBef>
                <a:spcPts val="0"/>
              </a:spcBef>
              <a:spcAft>
                <a:spcPts val="0"/>
              </a:spcAft>
              <a:buClr>
                <a:schemeClr val="lt1"/>
              </a:buClr>
              <a:buSzPts val="2800"/>
              <a:buNone/>
              <a:defRPr>
                <a:solidFill>
                  <a:schemeClr val="lt1"/>
                </a:solidFill>
              </a:defRPr>
            </a:lvl5pPr>
            <a:lvl6pPr lvl="5" algn="ctr">
              <a:lnSpc>
                <a:spcPct val="100000"/>
              </a:lnSpc>
              <a:spcBef>
                <a:spcPts val="0"/>
              </a:spcBef>
              <a:spcAft>
                <a:spcPts val="0"/>
              </a:spcAft>
              <a:buClr>
                <a:schemeClr val="lt1"/>
              </a:buClr>
              <a:buSzPts val="2800"/>
              <a:buNone/>
              <a:defRPr>
                <a:solidFill>
                  <a:schemeClr val="lt1"/>
                </a:solidFill>
              </a:defRPr>
            </a:lvl6pPr>
            <a:lvl7pPr lvl="6" algn="ctr">
              <a:lnSpc>
                <a:spcPct val="100000"/>
              </a:lnSpc>
              <a:spcBef>
                <a:spcPts val="0"/>
              </a:spcBef>
              <a:spcAft>
                <a:spcPts val="0"/>
              </a:spcAft>
              <a:buClr>
                <a:schemeClr val="lt1"/>
              </a:buClr>
              <a:buSzPts val="2800"/>
              <a:buNone/>
              <a:defRPr>
                <a:solidFill>
                  <a:schemeClr val="lt1"/>
                </a:solidFill>
              </a:defRPr>
            </a:lvl7pPr>
            <a:lvl8pPr lvl="7" algn="ctr">
              <a:lnSpc>
                <a:spcPct val="100000"/>
              </a:lnSpc>
              <a:spcBef>
                <a:spcPts val="0"/>
              </a:spcBef>
              <a:spcAft>
                <a:spcPts val="0"/>
              </a:spcAft>
              <a:buClr>
                <a:schemeClr val="lt1"/>
              </a:buClr>
              <a:buSzPts val="2800"/>
              <a:buNone/>
              <a:defRPr>
                <a:solidFill>
                  <a:schemeClr val="lt1"/>
                </a:solidFill>
              </a:defRPr>
            </a:lvl8pPr>
            <a:lvl9pPr lvl="8" algn="ctr">
              <a:lnSpc>
                <a:spcPct val="100000"/>
              </a:lnSpc>
              <a:spcBef>
                <a:spcPts val="0"/>
              </a:spcBef>
              <a:spcAft>
                <a:spcPts val="0"/>
              </a:spcAft>
              <a:buClr>
                <a:schemeClr val="lt1"/>
              </a:buClr>
              <a:buSzPts val="2800"/>
              <a:buNone/>
              <a:defRPr>
                <a:solidFill>
                  <a:schemeClr val="lt1"/>
                </a:solidFill>
              </a:defRPr>
            </a:lvl9pPr>
          </a:lstStyle>
          <a:p>
            <a:endParaRPr/>
          </a:p>
        </p:txBody>
      </p:sp>
      <p:grpSp>
        <p:nvGrpSpPr>
          <p:cNvPr id="791" name="Google Shape;791;p65"/>
          <p:cNvGrpSpPr/>
          <p:nvPr/>
        </p:nvGrpSpPr>
        <p:grpSpPr>
          <a:xfrm>
            <a:off x="864817" y="-151666"/>
            <a:ext cx="1145952" cy="657282"/>
            <a:chOff x="864825" y="2381600"/>
            <a:chExt cx="802825" cy="460475"/>
          </a:xfrm>
        </p:grpSpPr>
        <p:sp>
          <p:nvSpPr>
            <p:cNvPr id="792" name="Google Shape;792;p65"/>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3" name="Google Shape;793;p65"/>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4" name="Google Shape;794;p65"/>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5" name="Google Shape;795;p65"/>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6" name="Google Shape;796;p65"/>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7" name="Google Shape;797;p65"/>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8" name="Google Shape;798;p65"/>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9" name="Google Shape;799;p65"/>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0" name="Google Shape;800;p65"/>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1" name="Google Shape;801;p65"/>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2" name="Google Shape;802;p65"/>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3" name="Google Shape;803;p65"/>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4" name="Google Shape;804;p65"/>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5" name="Google Shape;805;p65"/>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6" name="Google Shape;806;p65"/>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7" name="Google Shape;807;p65"/>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08" name="Google Shape;808;p65"/>
          <p:cNvSpPr/>
          <p:nvPr/>
        </p:nvSpPr>
        <p:spPr>
          <a:xfrm>
            <a:off x="7907113" y="-535175"/>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9" name="Google Shape;809;p65"/>
          <p:cNvSpPr/>
          <p:nvPr/>
        </p:nvSpPr>
        <p:spPr>
          <a:xfrm rot="10800000" flipH="1">
            <a:off x="189438" y="4129413"/>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0" name="Google Shape;810;p65"/>
          <p:cNvSpPr/>
          <p:nvPr/>
        </p:nvSpPr>
        <p:spPr>
          <a:xfrm>
            <a:off x="379025" y="2811450"/>
            <a:ext cx="193200" cy="193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1" name="Google Shape;811;p65"/>
          <p:cNvSpPr/>
          <p:nvPr/>
        </p:nvSpPr>
        <p:spPr>
          <a:xfrm>
            <a:off x="8087750" y="4243775"/>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2" name="Google Shape;812;p65"/>
          <p:cNvSpPr/>
          <p:nvPr/>
        </p:nvSpPr>
        <p:spPr>
          <a:xfrm>
            <a:off x="2334563" y="4670150"/>
            <a:ext cx="207000" cy="2070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3" name="Google Shape;813;p65"/>
          <p:cNvSpPr/>
          <p:nvPr/>
        </p:nvSpPr>
        <p:spPr>
          <a:xfrm>
            <a:off x="6594600" y="250200"/>
            <a:ext cx="292800" cy="292800"/>
          </a:xfrm>
          <a:prstGeom prst="mathMultiply">
            <a:avLst>
              <a:gd name="adj1" fmla="val 2352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14" name="Google Shape;814;p65"/>
          <p:cNvGrpSpPr/>
          <p:nvPr/>
        </p:nvGrpSpPr>
        <p:grpSpPr>
          <a:xfrm>
            <a:off x="4741679" y="4782805"/>
            <a:ext cx="1145952" cy="657282"/>
            <a:chOff x="864825" y="2381600"/>
            <a:chExt cx="802825" cy="460475"/>
          </a:xfrm>
        </p:grpSpPr>
        <p:sp>
          <p:nvSpPr>
            <p:cNvPr id="815" name="Google Shape;815;p65"/>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6" name="Google Shape;816;p65"/>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7" name="Google Shape;817;p65"/>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8" name="Google Shape;818;p65"/>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9" name="Google Shape;819;p65"/>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0" name="Google Shape;820;p65"/>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1" name="Google Shape;821;p65"/>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2" name="Google Shape;822;p65"/>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3" name="Google Shape;823;p65"/>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4" name="Google Shape;824;p65"/>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5" name="Google Shape;825;p65"/>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6" name="Google Shape;826;p65"/>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7" name="Google Shape;827;p65"/>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8" name="Google Shape;828;p65"/>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9" name="Google Shape;829;p65"/>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0" name="Google Shape;830;p65"/>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aption">
  <p:cSld name="CAPTION_ONLY">
    <p:bg>
      <p:bgPr>
        <a:gradFill>
          <a:gsLst>
            <a:gs pos="0">
              <a:schemeClr val="dk2"/>
            </a:gs>
            <a:gs pos="100000">
              <a:schemeClr val="dk1"/>
            </a:gs>
          </a:gsLst>
          <a:lin ang="10800025" scaled="0"/>
        </a:gradFill>
        <a:effectLst/>
      </p:bgPr>
    </p:bg>
    <p:spTree>
      <p:nvGrpSpPr>
        <p:cNvPr id="1" name="Shape 831"/>
        <p:cNvGrpSpPr/>
        <p:nvPr/>
      </p:nvGrpSpPr>
      <p:grpSpPr>
        <a:xfrm>
          <a:off x="0" y="0"/>
          <a:ext cx="0" cy="0"/>
          <a:chOff x="0" y="0"/>
          <a:chExt cx="0" cy="0"/>
        </a:xfrm>
      </p:grpSpPr>
      <p:sp>
        <p:nvSpPr>
          <p:cNvPr id="832" name="Google Shape;832;p66"/>
          <p:cNvSpPr>
            <a:spLocks noGrp="1"/>
          </p:cNvSpPr>
          <p:nvPr>
            <p:ph type="pic" idx="2"/>
          </p:nvPr>
        </p:nvSpPr>
        <p:spPr>
          <a:xfrm>
            <a:off x="0" y="0"/>
            <a:ext cx="9144000" cy="5143500"/>
          </a:xfrm>
          <a:prstGeom prst="rect">
            <a:avLst/>
          </a:prstGeom>
          <a:noFill/>
          <a:ln>
            <a:noFill/>
          </a:ln>
        </p:spPr>
      </p:sp>
      <p:sp>
        <p:nvSpPr>
          <p:cNvPr id="833" name="Google Shape;833;p66"/>
          <p:cNvSpPr txBox="1">
            <a:spLocks noGrp="1"/>
          </p:cNvSpPr>
          <p:nvPr>
            <p:ph type="body" idx="1"/>
          </p:nvPr>
        </p:nvSpPr>
        <p:spPr>
          <a:xfrm>
            <a:off x="713100" y="3827225"/>
            <a:ext cx="7717800" cy="776700"/>
          </a:xfrm>
          <a:prstGeom prst="rect">
            <a:avLst/>
          </a:pr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lvl1pPr marL="457200" lvl="0" indent="-228600" algn="ctr">
              <a:lnSpc>
                <a:spcPct val="100000"/>
              </a:lnSpc>
              <a:spcBef>
                <a:spcPts val="0"/>
              </a:spcBef>
              <a:spcAft>
                <a:spcPts val="0"/>
              </a:spcAft>
              <a:buClr>
                <a:schemeClr val="dk1"/>
              </a:buClr>
              <a:buSzPts val="2800"/>
              <a:buFont typeface="Russo One"/>
              <a:buNone/>
              <a:defRPr sz="2800">
                <a:solidFill>
                  <a:schemeClr val="dk1"/>
                </a:solidFill>
                <a:latin typeface="Russo One"/>
                <a:ea typeface="Russo One"/>
                <a:cs typeface="Russo One"/>
                <a:sym typeface="Russo One"/>
              </a:defRPr>
            </a:lvl1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34"/>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p:cSld name="BLANK_3">
    <p:bg>
      <p:bgPr>
        <a:gradFill>
          <a:gsLst>
            <a:gs pos="0">
              <a:schemeClr val="dk2"/>
            </a:gs>
            <a:gs pos="100000">
              <a:schemeClr val="dk1"/>
            </a:gs>
          </a:gsLst>
          <a:lin ang="10800025" scaled="0"/>
        </a:gradFill>
        <a:effectLst/>
      </p:bgPr>
    </p:bg>
    <p:spTree>
      <p:nvGrpSpPr>
        <p:cNvPr id="1" name="Shape 835"/>
        <p:cNvGrpSpPr/>
        <p:nvPr/>
      </p:nvGrpSpPr>
      <p:grpSpPr>
        <a:xfrm>
          <a:off x="0" y="0"/>
          <a:ext cx="0" cy="0"/>
          <a:chOff x="0" y="0"/>
          <a:chExt cx="0" cy="0"/>
        </a:xfrm>
      </p:grpSpPr>
      <p:grpSp>
        <p:nvGrpSpPr>
          <p:cNvPr id="836" name="Google Shape;836;p68"/>
          <p:cNvGrpSpPr/>
          <p:nvPr/>
        </p:nvGrpSpPr>
        <p:grpSpPr>
          <a:xfrm rot="5400000">
            <a:off x="8165179" y="4501809"/>
            <a:ext cx="1145952" cy="657282"/>
            <a:chOff x="864825" y="2381600"/>
            <a:chExt cx="802825" cy="460475"/>
          </a:xfrm>
        </p:grpSpPr>
        <p:sp>
          <p:nvSpPr>
            <p:cNvPr id="837" name="Google Shape;837;p68"/>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8" name="Google Shape;838;p68"/>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9" name="Google Shape;839;p68"/>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0" name="Google Shape;840;p68"/>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1" name="Google Shape;841;p68"/>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2" name="Google Shape;842;p68"/>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3" name="Google Shape;843;p68"/>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4" name="Google Shape;844;p68"/>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5" name="Google Shape;845;p68"/>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6" name="Google Shape;846;p68"/>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7" name="Google Shape;847;p68"/>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8" name="Google Shape;848;p68"/>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9" name="Google Shape;849;p68"/>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0" name="Google Shape;850;p68"/>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1" name="Google Shape;851;p68"/>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2" name="Google Shape;852;p68"/>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53" name="Google Shape;853;p68"/>
          <p:cNvSpPr/>
          <p:nvPr/>
        </p:nvSpPr>
        <p:spPr>
          <a:xfrm>
            <a:off x="6911025" y="-707137"/>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4" name="Google Shape;854;p68"/>
          <p:cNvSpPr/>
          <p:nvPr/>
        </p:nvSpPr>
        <p:spPr>
          <a:xfrm rot="10800000" flipH="1">
            <a:off x="479600" y="4603988"/>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5" name="Google Shape;855;p68"/>
          <p:cNvSpPr/>
          <p:nvPr/>
        </p:nvSpPr>
        <p:spPr>
          <a:xfrm>
            <a:off x="3924400" y="4733850"/>
            <a:ext cx="193200" cy="193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6" name="Google Shape;856;p68"/>
          <p:cNvSpPr/>
          <p:nvPr/>
        </p:nvSpPr>
        <p:spPr>
          <a:xfrm>
            <a:off x="-564125" y="-300175"/>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7" name="Google Shape;857;p68"/>
          <p:cNvSpPr/>
          <p:nvPr/>
        </p:nvSpPr>
        <p:spPr>
          <a:xfrm>
            <a:off x="351975" y="2468250"/>
            <a:ext cx="207000" cy="2070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8" name="Google Shape;858;p68"/>
          <p:cNvSpPr/>
          <p:nvPr/>
        </p:nvSpPr>
        <p:spPr>
          <a:xfrm>
            <a:off x="8720225" y="913425"/>
            <a:ext cx="292800" cy="292800"/>
          </a:xfrm>
          <a:prstGeom prst="mathMultiply">
            <a:avLst>
              <a:gd name="adj1" fmla="val 2352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1">
  <p:cSld name="BLANK_2">
    <p:bg>
      <p:bgPr>
        <a:gradFill>
          <a:gsLst>
            <a:gs pos="0">
              <a:schemeClr val="dk2"/>
            </a:gs>
            <a:gs pos="100000">
              <a:schemeClr val="dk1"/>
            </a:gs>
          </a:gsLst>
          <a:lin ang="10800025" scaled="0"/>
        </a:gradFill>
        <a:effectLst/>
      </p:bgPr>
    </p:bg>
    <p:spTree>
      <p:nvGrpSpPr>
        <p:cNvPr id="1" name="Shape 859"/>
        <p:cNvGrpSpPr/>
        <p:nvPr/>
      </p:nvGrpSpPr>
      <p:grpSpPr>
        <a:xfrm>
          <a:off x="0" y="0"/>
          <a:ext cx="0" cy="0"/>
          <a:chOff x="0" y="0"/>
          <a:chExt cx="0" cy="0"/>
        </a:xfrm>
      </p:grpSpPr>
      <p:grpSp>
        <p:nvGrpSpPr>
          <p:cNvPr id="860" name="Google Shape;860;p69"/>
          <p:cNvGrpSpPr/>
          <p:nvPr/>
        </p:nvGrpSpPr>
        <p:grpSpPr>
          <a:xfrm>
            <a:off x="1486567" y="-144775"/>
            <a:ext cx="1145952" cy="657282"/>
            <a:chOff x="864825" y="2381600"/>
            <a:chExt cx="802825" cy="460475"/>
          </a:xfrm>
        </p:grpSpPr>
        <p:sp>
          <p:nvSpPr>
            <p:cNvPr id="861" name="Google Shape;861;p69"/>
            <p:cNvSpPr/>
            <p:nvPr/>
          </p:nvSpPr>
          <p:spPr>
            <a:xfrm>
              <a:off x="1645050" y="2819475"/>
              <a:ext cx="22600" cy="22600"/>
            </a:xfrm>
            <a:custGeom>
              <a:avLst/>
              <a:gdLst/>
              <a:ahLst/>
              <a:cxnLst/>
              <a:rect l="l" t="t" r="r" b="b"/>
              <a:pathLst>
                <a:path w="904" h="904" extrusionOk="0">
                  <a:moveTo>
                    <a:pt x="452" y="1"/>
                  </a:moveTo>
                  <a:cubicBezTo>
                    <a:pt x="211" y="1"/>
                    <a:pt x="0" y="181"/>
                    <a:pt x="0" y="452"/>
                  </a:cubicBezTo>
                  <a:cubicBezTo>
                    <a:pt x="0" y="693"/>
                    <a:pt x="211" y="904"/>
                    <a:pt x="452" y="904"/>
                  </a:cubicBezTo>
                  <a:cubicBezTo>
                    <a:pt x="723" y="904"/>
                    <a:pt x="903" y="693"/>
                    <a:pt x="903" y="452"/>
                  </a:cubicBezTo>
                  <a:cubicBezTo>
                    <a:pt x="90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2" name="Google Shape;862;p69"/>
            <p:cNvSpPr/>
            <p:nvPr/>
          </p:nvSpPr>
          <p:spPr>
            <a:xfrm>
              <a:off x="1384725" y="2819475"/>
              <a:ext cx="23350" cy="22600"/>
            </a:xfrm>
            <a:custGeom>
              <a:avLst/>
              <a:gdLst/>
              <a:ahLst/>
              <a:cxnLst/>
              <a:rect l="l" t="t" r="r" b="b"/>
              <a:pathLst>
                <a:path w="934" h="904" extrusionOk="0">
                  <a:moveTo>
                    <a:pt x="452" y="1"/>
                  </a:moveTo>
                  <a:cubicBezTo>
                    <a:pt x="211" y="1"/>
                    <a:pt x="0" y="181"/>
                    <a:pt x="0" y="452"/>
                  </a:cubicBezTo>
                  <a:cubicBezTo>
                    <a:pt x="0" y="693"/>
                    <a:pt x="211" y="904"/>
                    <a:pt x="452" y="904"/>
                  </a:cubicBezTo>
                  <a:cubicBezTo>
                    <a:pt x="723" y="904"/>
                    <a:pt x="933" y="693"/>
                    <a:pt x="933" y="452"/>
                  </a:cubicBezTo>
                  <a:cubicBezTo>
                    <a:pt x="933"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3" name="Google Shape;863;p69"/>
            <p:cNvSpPr/>
            <p:nvPr/>
          </p:nvSpPr>
          <p:spPr>
            <a:xfrm>
              <a:off x="1124400" y="2819475"/>
              <a:ext cx="23350" cy="22600"/>
            </a:xfrm>
            <a:custGeom>
              <a:avLst/>
              <a:gdLst/>
              <a:ahLst/>
              <a:cxnLst/>
              <a:rect l="l" t="t" r="r" b="b"/>
              <a:pathLst>
                <a:path w="934" h="904" extrusionOk="0">
                  <a:moveTo>
                    <a:pt x="482" y="1"/>
                  </a:moveTo>
                  <a:cubicBezTo>
                    <a:pt x="211" y="1"/>
                    <a:pt x="1" y="181"/>
                    <a:pt x="1" y="452"/>
                  </a:cubicBezTo>
                  <a:cubicBezTo>
                    <a:pt x="1" y="693"/>
                    <a:pt x="211" y="904"/>
                    <a:pt x="482" y="904"/>
                  </a:cubicBezTo>
                  <a:cubicBezTo>
                    <a:pt x="723" y="904"/>
                    <a:pt x="934" y="693"/>
                    <a:pt x="934" y="452"/>
                  </a:cubicBezTo>
                  <a:cubicBezTo>
                    <a:pt x="934" y="18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4" name="Google Shape;864;p69"/>
            <p:cNvSpPr/>
            <p:nvPr/>
          </p:nvSpPr>
          <p:spPr>
            <a:xfrm>
              <a:off x="864825" y="2819475"/>
              <a:ext cx="23350" cy="22600"/>
            </a:xfrm>
            <a:custGeom>
              <a:avLst/>
              <a:gdLst/>
              <a:ahLst/>
              <a:cxnLst/>
              <a:rect l="l" t="t" r="r" b="b"/>
              <a:pathLst>
                <a:path w="934" h="904" extrusionOk="0">
                  <a:moveTo>
                    <a:pt x="452" y="1"/>
                  </a:moveTo>
                  <a:cubicBezTo>
                    <a:pt x="212" y="1"/>
                    <a:pt x="1" y="181"/>
                    <a:pt x="1" y="452"/>
                  </a:cubicBezTo>
                  <a:cubicBezTo>
                    <a:pt x="1" y="693"/>
                    <a:pt x="212" y="904"/>
                    <a:pt x="452" y="904"/>
                  </a:cubicBezTo>
                  <a:cubicBezTo>
                    <a:pt x="723" y="904"/>
                    <a:pt x="934" y="693"/>
                    <a:pt x="934" y="452"/>
                  </a:cubicBezTo>
                  <a:cubicBezTo>
                    <a:pt x="934" y="18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5" name="Google Shape;865;p69"/>
            <p:cNvSpPr/>
            <p:nvPr/>
          </p:nvSpPr>
          <p:spPr>
            <a:xfrm>
              <a:off x="1645050" y="2673525"/>
              <a:ext cx="22600" cy="23350"/>
            </a:xfrm>
            <a:custGeom>
              <a:avLst/>
              <a:gdLst/>
              <a:ahLst/>
              <a:cxnLst/>
              <a:rect l="l" t="t" r="r" b="b"/>
              <a:pathLst>
                <a:path w="904" h="934" extrusionOk="0">
                  <a:moveTo>
                    <a:pt x="452" y="0"/>
                  </a:moveTo>
                  <a:cubicBezTo>
                    <a:pt x="211" y="0"/>
                    <a:pt x="0" y="211"/>
                    <a:pt x="0" y="452"/>
                  </a:cubicBezTo>
                  <a:cubicBezTo>
                    <a:pt x="0" y="723"/>
                    <a:pt x="211" y="933"/>
                    <a:pt x="452" y="933"/>
                  </a:cubicBezTo>
                  <a:cubicBezTo>
                    <a:pt x="723" y="933"/>
                    <a:pt x="903" y="723"/>
                    <a:pt x="903" y="452"/>
                  </a:cubicBezTo>
                  <a:cubicBezTo>
                    <a:pt x="90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6" name="Google Shape;866;p69"/>
            <p:cNvSpPr/>
            <p:nvPr/>
          </p:nvSpPr>
          <p:spPr>
            <a:xfrm>
              <a:off x="1384725" y="2673525"/>
              <a:ext cx="23350" cy="23350"/>
            </a:xfrm>
            <a:custGeom>
              <a:avLst/>
              <a:gdLst/>
              <a:ahLst/>
              <a:cxnLst/>
              <a:rect l="l" t="t" r="r" b="b"/>
              <a:pathLst>
                <a:path w="934" h="934" extrusionOk="0">
                  <a:moveTo>
                    <a:pt x="452" y="0"/>
                  </a:moveTo>
                  <a:cubicBezTo>
                    <a:pt x="211" y="0"/>
                    <a:pt x="0" y="211"/>
                    <a:pt x="0" y="452"/>
                  </a:cubicBezTo>
                  <a:cubicBezTo>
                    <a:pt x="0" y="723"/>
                    <a:pt x="211" y="933"/>
                    <a:pt x="452" y="933"/>
                  </a:cubicBezTo>
                  <a:cubicBezTo>
                    <a:pt x="723" y="933"/>
                    <a:pt x="933" y="723"/>
                    <a:pt x="933" y="452"/>
                  </a:cubicBezTo>
                  <a:cubicBezTo>
                    <a:pt x="933"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7" name="Google Shape;867;p69"/>
            <p:cNvSpPr/>
            <p:nvPr/>
          </p:nvSpPr>
          <p:spPr>
            <a:xfrm>
              <a:off x="1124400" y="2673525"/>
              <a:ext cx="23350" cy="23350"/>
            </a:xfrm>
            <a:custGeom>
              <a:avLst/>
              <a:gdLst/>
              <a:ahLst/>
              <a:cxnLst/>
              <a:rect l="l" t="t" r="r" b="b"/>
              <a:pathLst>
                <a:path w="934" h="934" extrusionOk="0">
                  <a:moveTo>
                    <a:pt x="482" y="0"/>
                  </a:moveTo>
                  <a:cubicBezTo>
                    <a:pt x="211" y="0"/>
                    <a:pt x="1" y="211"/>
                    <a:pt x="1" y="452"/>
                  </a:cubicBezTo>
                  <a:cubicBezTo>
                    <a:pt x="1" y="723"/>
                    <a:pt x="211" y="933"/>
                    <a:pt x="482" y="933"/>
                  </a:cubicBezTo>
                  <a:cubicBezTo>
                    <a:pt x="723" y="933"/>
                    <a:pt x="934" y="723"/>
                    <a:pt x="934" y="452"/>
                  </a:cubicBezTo>
                  <a:cubicBezTo>
                    <a:pt x="934" y="211"/>
                    <a:pt x="723" y="0"/>
                    <a:pt x="48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8" name="Google Shape;868;p69"/>
            <p:cNvSpPr/>
            <p:nvPr/>
          </p:nvSpPr>
          <p:spPr>
            <a:xfrm>
              <a:off x="864825" y="2673525"/>
              <a:ext cx="23350" cy="23350"/>
            </a:xfrm>
            <a:custGeom>
              <a:avLst/>
              <a:gdLst/>
              <a:ahLst/>
              <a:cxnLst/>
              <a:rect l="l" t="t" r="r" b="b"/>
              <a:pathLst>
                <a:path w="934" h="934" extrusionOk="0">
                  <a:moveTo>
                    <a:pt x="452" y="0"/>
                  </a:moveTo>
                  <a:cubicBezTo>
                    <a:pt x="212" y="0"/>
                    <a:pt x="1" y="211"/>
                    <a:pt x="1" y="452"/>
                  </a:cubicBezTo>
                  <a:cubicBezTo>
                    <a:pt x="1" y="723"/>
                    <a:pt x="212" y="933"/>
                    <a:pt x="452" y="933"/>
                  </a:cubicBezTo>
                  <a:cubicBezTo>
                    <a:pt x="723" y="933"/>
                    <a:pt x="934" y="723"/>
                    <a:pt x="934" y="452"/>
                  </a:cubicBezTo>
                  <a:cubicBezTo>
                    <a:pt x="934" y="211"/>
                    <a:pt x="723" y="0"/>
                    <a:pt x="452" y="0"/>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9" name="Google Shape;869;p69"/>
            <p:cNvSpPr/>
            <p:nvPr/>
          </p:nvSpPr>
          <p:spPr>
            <a:xfrm>
              <a:off x="1645050" y="2527550"/>
              <a:ext cx="22600" cy="23350"/>
            </a:xfrm>
            <a:custGeom>
              <a:avLst/>
              <a:gdLst/>
              <a:ahLst/>
              <a:cxnLst/>
              <a:rect l="l" t="t" r="r" b="b"/>
              <a:pathLst>
                <a:path w="904" h="934" extrusionOk="0">
                  <a:moveTo>
                    <a:pt x="452" y="1"/>
                  </a:moveTo>
                  <a:cubicBezTo>
                    <a:pt x="211" y="1"/>
                    <a:pt x="0" y="212"/>
                    <a:pt x="0" y="452"/>
                  </a:cubicBezTo>
                  <a:cubicBezTo>
                    <a:pt x="0" y="723"/>
                    <a:pt x="211" y="934"/>
                    <a:pt x="452" y="934"/>
                  </a:cubicBezTo>
                  <a:cubicBezTo>
                    <a:pt x="723" y="934"/>
                    <a:pt x="903" y="723"/>
                    <a:pt x="903" y="452"/>
                  </a:cubicBezTo>
                  <a:cubicBezTo>
                    <a:pt x="90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0" name="Google Shape;870;p69"/>
            <p:cNvSpPr/>
            <p:nvPr/>
          </p:nvSpPr>
          <p:spPr>
            <a:xfrm>
              <a:off x="1384725" y="2527550"/>
              <a:ext cx="23350" cy="23350"/>
            </a:xfrm>
            <a:custGeom>
              <a:avLst/>
              <a:gdLst/>
              <a:ahLst/>
              <a:cxnLst/>
              <a:rect l="l" t="t" r="r" b="b"/>
              <a:pathLst>
                <a:path w="934" h="934" extrusionOk="0">
                  <a:moveTo>
                    <a:pt x="452" y="1"/>
                  </a:moveTo>
                  <a:cubicBezTo>
                    <a:pt x="211" y="1"/>
                    <a:pt x="0" y="212"/>
                    <a:pt x="0" y="452"/>
                  </a:cubicBezTo>
                  <a:cubicBezTo>
                    <a:pt x="0" y="723"/>
                    <a:pt x="211" y="934"/>
                    <a:pt x="452" y="934"/>
                  </a:cubicBezTo>
                  <a:cubicBezTo>
                    <a:pt x="723" y="934"/>
                    <a:pt x="933" y="723"/>
                    <a:pt x="933" y="452"/>
                  </a:cubicBezTo>
                  <a:cubicBezTo>
                    <a:pt x="933"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1" name="Google Shape;871;p69"/>
            <p:cNvSpPr/>
            <p:nvPr/>
          </p:nvSpPr>
          <p:spPr>
            <a:xfrm>
              <a:off x="1124400" y="2527550"/>
              <a:ext cx="23350" cy="23350"/>
            </a:xfrm>
            <a:custGeom>
              <a:avLst/>
              <a:gdLst/>
              <a:ahLst/>
              <a:cxnLst/>
              <a:rect l="l" t="t" r="r" b="b"/>
              <a:pathLst>
                <a:path w="934" h="934" extrusionOk="0">
                  <a:moveTo>
                    <a:pt x="482" y="1"/>
                  </a:moveTo>
                  <a:cubicBezTo>
                    <a:pt x="211" y="1"/>
                    <a:pt x="1" y="212"/>
                    <a:pt x="1" y="452"/>
                  </a:cubicBezTo>
                  <a:cubicBezTo>
                    <a:pt x="1" y="723"/>
                    <a:pt x="211" y="934"/>
                    <a:pt x="482" y="934"/>
                  </a:cubicBezTo>
                  <a:cubicBezTo>
                    <a:pt x="723" y="934"/>
                    <a:pt x="934" y="723"/>
                    <a:pt x="934" y="452"/>
                  </a:cubicBezTo>
                  <a:cubicBezTo>
                    <a:pt x="934" y="212"/>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2" name="Google Shape;872;p69"/>
            <p:cNvSpPr/>
            <p:nvPr/>
          </p:nvSpPr>
          <p:spPr>
            <a:xfrm>
              <a:off x="864825" y="2527550"/>
              <a:ext cx="23350" cy="23350"/>
            </a:xfrm>
            <a:custGeom>
              <a:avLst/>
              <a:gdLst/>
              <a:ahLst/>
              <a:cxnLst/>
              <a:rect l="l" t="t" r="r" b="b"/>
              <a:pathLst>
                <a:path w="934" h="934" extrusionOk="0">
                  <a:moveTo>
                    <a:pt x="452" y="1"/>
                  </a:moveTo>
                  <a:cubicBezTo>
                    <a:pt x="212" y="1"/>
                    <a:pt x="1" y="212"/>
                    <a:pt x="1" y="452"/>
                  </a:cubicBezTo>
                  <a:cubicBezTo>
                    <a:pt x="1" y="723"/>
                    <a:pt x="212" y="934"/>
                    <a:pt x="452" y="934"/>
                  </a:cubicBezTo>
                  <a:cubicBezTo>
                    <a:pt x="723" y="934"/>
                    <a:pt x="934" y="723"/>
                    <a:pt x="934" y="452"/>
                  </a:cubicBezTo>
                  <a:cubicBezTo>
                    <a:pt x="934" y="212"/>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3" name="Google Shape;873;p69"/>
            <p:cNvSpPr/>
            <p:nvPr/>
          </p:nvSpPr>
          <p:spPr>
            <a:xfrm>
              <a:off x="1645050" y="2381600"/>
              <a:ext cx="22600" cy="23350"/>
            </a:xfrm>
            <a:custGeom>
              <a:avLst/>
              <a:gdLst/>
              <a:ahLst/>
              <a:cxnLst/>
              <a:rect l="l" t="t" r="r" b="b"/>
              <a:pathLst>
                <a:path w="904" h="934" extrusionOk="0">
                  <a:moveTo>
                    <a:pt x="452" y="1"/>
                  </a:moveTo>
                  <a:cubicBezTo>
                    <a:pt x="211" y="1"/>
                    <a:pt x="0" y="211"/>
                    <a:pt x="0" y="452"/>
                  </a:cubicBezTo>
                  <a:cubicBezTo>
                    <a:pt x="0" y="723"/>
                    <a:pt x="211" y="934"/>
                    <a:pt x="452" y="934"/>
                  </a:cubicBezTo>
                  <a:cubicBezTo>
                    <a:pt x="723" y="934"/>
                    <a:pt x="903" y="723"/>
                    <a:pt x="903" y="452"/>
                  </a:cubicBezTo>
                  <a:cubicBezTo>
                    <a:pt x="90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4" name="Google Shape;874;p69"/>
            <p:cNvSpPr/>
            <p:nvPr/>
          </p:nvSpPr>
          <p:spPr>
            <a:xfrm>
              <a:off x="1384725" y="2381600"/>
              <a:ext cx="23350" cy="23350"/>
            </a:xfrm>
            <a:custGeom>
              <a:avLst/>
              <a:gdLst/>
              <a:ahLst/>
              <a:cxnLst/>
              <a:rect l="l" t="t" r="r" b="b"/>
              <a:pathLst>
                <a:path w="934" h="934" extrusionOk="0">
                  <a:moveTo>
                    <a:pt x="452" y="1"/>
                  </a:moveTo>
                  <a:cubicBezTo>
                    <a:pt x="211" y="1"/>
                    <a:pt x="0" y="211"/>
                    <a:pt x="0" y="452"/>
                  </a:cubicBezTo>
                  <a:cubicBezTo>
                    <a:pt x="0" y="723"/>
                    <a:pt x="211" y="934"/>
                    <a:pt x="452" y="934"/>
                  </a:cubicBezTo>
                  <a:cubicBezTo>
                    <a:pt x="723" y="934"/>
                    <a:pt x="933" y="723"/>
                    <a:pt x="933" y="452"/>
                  </a:cubicBezTo>
                  <a:cubicBezTo>
                    <a:pt x="933"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5" name="Google Shape;875;p69"/>
            <p:cNvSpPr/>
            <p:nvPr/>
          </p:nvSpPr>
          <p:spPr>
            <a:xfrm>
              <a:off x="1124400" y="2381600"/>
              <a:ext cx="23350" cy="23350"/>
            </a:xfrm>
            <a:custGeom>
              <a:avLst/>
              <a:gdLst/>
              <a:ahLst/>
              <a:cxnLst/>
              <a:rect l="l" t="t" r="r" b="b"/>
              <a:pathLst>
                <a:path w="934" h="934" extrusionOk="0">
                  <a:moveTo>
                    <a:pt x="482" y="1"/>
                  </a:moveTo>
                  <a:cubicBezTo>
                    <a:pt x="211" y="1"/>
                    <a:pt x="1" y="211"/>
                    <a:pt x="1" y="452"/>
                  </a:cubicBezTo>
                  <a:cubicBezTo>
                    <a:pt x="1" y="723"/>
                    <a:pt x="211" y="934"/>
                    <a:pt x="482" y="934"/>
                  </a:cubicBezTo>
                  <a:cubicBezTo>
                    <a:pt x="723" y="934"/>
                    <a:pt x="934" y="723"/>
                    <a:pt x="934" y="452"/>
                  </a:cubicBezTo>
                  <a:cubicBezTo>
                    <a:pt x="934" y="211"/>
                    <a:pt x="723" y="1"/>
                    <a:pt x="48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6" name="Google Shape;876;p69"/>
            <p:cNvSpPr/>
            <p:nvPr/>
          </p:nvSpPr>
          <p:spPr>
            <a:xfrm>
              <a:off x="864825" y="2381600"/>
              <a:ext cx="23350" cy="23350"/>
            </a:xfrm>
            <a:custGeom>
              <a:avLst/>
              <a:gdLst/>
              <a:ahLst/>
              <a:cxnLst/>
              <a:rect l="l" t="t" r="r" b="b"/>
              <a:pathLst>
                <a:path w="934" h="934" extrusionOk="0">
                  <a:moveTo>
                    <a:pt x="452" y="1"/>
                  </a:moveTo>
                  <a:cubicBezTo>
                    <a:pt x="212" y="1"/>
                    <a:pt x="1" y="211"/>
                    <a:pt x="1" y="452"/>
                  </a:cubicBezTo>
                  <a:cubicBezTo>
                    <a:pt x="1" y="723"/>
                    <a:pt x="212" y="934"/>
                    <a:pt x="452" y="934"/>
                  </a:cubicBezTo>
                  <a:cubicBezTo>
                    <a:pt x="723" y="934"/>
                    <a:pt x="934" y="723"/>
                    <a:pt x="934" y="452"/>
                  </a:cubicBezTo>
                  <a:cubicBezTo>
                    <a:pt x="934" y="211"/>
                    <a:pt x="723" y="1"/>
                    <a:pt x="452" y="1"/>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77" name="Google Shape;877;p69"/>
          <p:cNvSpPr/>
          <p:nvPr/>
        </p:nvSpPr>
        <p:spPr>
          <a:xfrm rot="10800000" flipH="1">
            <a:off x="-514625" y="3798688"/>
            <a:ext cx="1047325" cy="1424275"/>
          </a:xfrm>
          <a:custGeom>
            <a:avLst/>
            <a:gdLst/>
            <a:ahLst/>
            <a:cxnLst/>
            <a:rect l="l" t="t" r="r" b="b"/>
            <a:pathLst>
              <a:path w="41893" h="56971" extrusionOk="0">
                <a:moveTo>
                  <a:pt x="1" y="1"/>
                </a:moveTo>
                <a:lnTo>
                  <a:pt x="3853" y="1"/>
                </a:lnTo>
                <a:lnTo>
                  <a:pt x="3853" y="36054"/>
                </a:lnTo>
                <a:cubicBezTo>
                  <a:pt x="3853" y="45474"/>
                  <a:pt x="11527" y="53118"/>
                  <a:pt x="20947" y="53118"/>
                </a:cubicBezTo>
                <a:cubicBezTo>
                  <a:pt x="30366" y="53118"/>
                  <a:pt x="38041" y="45474"/>
                  <a:pt x="38041" y="36054"/>
                </a:cubicBezTo>
                <a:lnTo>
                  <a:pt x="38041" y="1"/>
                </a:lnTo>
                <a:lnTo>
                  <a:pt x="41893" y="1"/>
                </a:lnTo>
                <a:lnTo>
                  <a:pt x="41893" y="36054"/>
                </a:lnTo>
                <a:cubicBezTo>
                  <a:pt x="41893" y="47581"/>
                  <a:pt x="32503" y="56970"/>
                  <a:pt x="20947" y="56970"/>
                </a:cubicBezTo>
                <a:cubicBezTo>
                  <a:pt x="9390" y="56970"/>
                  <a:pt x="1" y="47581"/>
                  <a:pt x="1" y="36054"/>
                </a:cubicBezTo>
                <a:lnTo>
                  <a:pt x="1" y="1"/>
                </a:lnTo>
                <a:close/>
              </a:path>
            </a:pathLst>
          </a:custGeom>
          <a:gradFill>
            <a:gsLst>
              <a:gs pos="0">
                <a:schemeClr val="lt2"/>
              </a:gs>
              <a:gs pos="5000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8" name="Google Shape;878;p69"/>
          <p:cNvSpPr/>
          <p:nvPr/>
        </p:nvSpPr>
        <p:spPr>
          <a:xfrm>
            <a:off x="4378800" y="4789275"/>
            <a:ext cx="193200" cy="193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79" name="Google Shape;879;p69"/>
          <p:cNvGrpSpPr/>
          <p:nvPr/>
        </p:nvGrpSpPr>
        <p:grpSpPr>
          <a:xfrm rot="-5400000">
            <a:off x="7743072" y="2986384"/>
            <a:ext cx="2743076" cy="657293"/>
            <a:chOff x="5227825" y="3000800"/>
            <a:chExt cx="1865150" cy="446925"/>
          </a:xfrm>
        </p:grpSpPr>
        <p:sp>
          <p:nvSpPr>
            <p:cNvPr id="880" name="Google Shape;880;p69"/>
            <p:cNvSpPr/>
            <p:nvPr/>
          </p:nvSpPr>
          <p:spPr>
            <a:xfrm>
              <a:off x="6867250" y="3000800"/>
              <a:ext cx="225725" cy="446925"/>
            </a:xfrm>
            <a:custGeom>
              <a:avLst/>
              <a:gdLst/>
              <a:ahLst/>
              <a:cxnLst/>
              <a:rect l="l" t="t" r="r" b="b"/>
              <a:pathLst>
                <a:path w="9029" h="17877" extrusionOk="0">
                  <a:moveTo>
                    <a:pt x="3281" y="17877"/>
                  </a:moveTo>
                  <a:lnTo>
                    <a:pt x="0" y="17877"/>
                  </a:lnTo>
                  <a:lnTo>
                    <a:pt x="5778" y="8939"/>
                  </a:lnTo>
                  <a:lnTo>
                    <a:pt x="0"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1" name="Google Shape;881;p69"/>
            <p:cNvSpPr/>
            <p:nvPr/>
          </p:nvSpPr>
          <p:spPr>
            <a:xfrm>
              <a:off x="6662600" y="3000800"/>
              <a:ext cx="225725" cy="446925"/>
            </a:xfrm>
            <a:custGeom>
              <a:avLst/>
              <a:gdLst/>
              <a:ahLst/>
              <a:cxnLst/>
              <a:rect l="l" t="t" r="r" b="b"/>
              <a:pathLst>
                <a:path w="9029" h="17877" extrusionOk="0">
                  <a:moveTo>
                    <a:pt x="3251" y="17877"/>
                  </a:moveTo>
                  <a:lnTo>
                    <a:pt x="0" y="17877"/>
                  </a:lnTo>
                  <a:lnTo>
                    <a:pt x="5749" y="8939"/>
                  </a:lnTo>
                  <a:lnTo>
                    <a:pt x="0"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2" name="Google Shape;882;p69"/>
            <p:cNvSpPr/>
            <p:nvPr/>
          </p:nvSpPr>
          <p:spPr>
            <a:xfrm>
              <a:off x="6457200" y="3000800"/>
              <a:ext cx="225725" cy="446925"/>
            </a:xfrm>
            <a:custGeom>
              <a:avLst/>
              <a:gdLst/>
              <a:ahLst/>
              <a:cxnLst/>
              <a:rect l="l" t="t" r="r" b="b"/>
              <a:pathLst>
                <a:path w="9029" h="17877" extrusionOk="0">
                  <a:moveTo>
                    <a:pt x="3281" y="17877"/>
                  </a:moveTo>
                  <a:lnTo>
                    <a:pt x="1" y="17877"/>
                  </a:lnTo>
                  <a:lnTo>
                    <a:pt x="5779" y="8939"/>
                  </a:lnTo>
                  <a:lnTo>
                    <a:pt x="1"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3" name="Google Shape;883;p69"/>
            <p:cNvSpPr/>
            <p:nvPr/>
          </p:nvSpPr>
          <p:spPr>
            <a:xfrm>
              <a:off x="6252550" y="3000800"/>
              <a:ext cx="225750" cy="446925"/>
            </a:xfrm>
            <a:custGeom>
              <a:avLst/>
              <a:gdLst/>
              <a:ahLst/>
              <a:cxnLst/>
              <a:rect l="l" t="t" r="r" b="b"/>
              <a:pathLst>
                <a:path w="9030" h="17877" extrusionOk="0">
                  <a:moveTo>
                    <a:pt x="3251" y="17877"/>
                  </a:moveTo>
                  <a:lnTo>
                    <a:pt x="1" y="17877"/>
                  </a:lnTo>
                  <a:lnTo>
                    <a:pt x="5779" y="8939"/>
                  </a:lnTo>
                  <a:lnTo>
                    <a:pt x="1"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4" name="Google Shape;884;p69"/>
            <p:cNvSpPr/>
            <p:nvPr/>
          </p:nvSpPr>
          <p:spPr>
            <a:xfrm>
              <a:off x="6047150" y="3000800"/>
              <a:ext cx="226500" cy="446925"/>
            </a:xfrm>
            <a:custGeom>
              <a:avLst/>
              <a:gdLst/>
              <a:ahLst/>
              <a:cxnLst/>
              <a:rect l="l" t="t" r="r" b="b"/>
              <a:pathLst>
                <a:path w="9060" h="17877" extrusionOk="0">
                  <a:moveTo>
                    <a:pt x="3281" y="17877"/>
                  </a:moveTo>
                  <a:lnTo>
                    <a:pt x="1" y="17877"/>
                  </a:lnTo>
                  <a:lnTo>
                    <a:pt x="5779" y="8939"/>
                  </a:lnTo>
                  <a:lnTo>
                    <a:pt x="1" y="1"/>
                  </a:lnTo>
                  <a:lnTo>
                    <a:pt x="3281" y="1"/>
                  </a:lnTo>
                  <a:lnTo>
                    <a:pt x="905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5" name="Google Shape;885;p69"/>
            <p:cNvSpPr/>
            <p:nvPr/>
          </p:nvSpPr>
          <p:spPr>
            <a:xfrm>
              <a:off x="5842525" y="3000800"/>
              <a:ext cx="225725" cy="446925"/>
            </a:xfrm>
            <a:custGeom>
              <a:avLst/>
              <a:gdLst/>
              <a:ahLst/>
              <a:cxnLst/>
              <a:rect l="l" t="t" r="r" b="b"/>
              <a:pathLst>
                <a:path w="9029" h="17877" extrusionOk="0">
                  <a:moveTo>
                    <a:pt x="3280" y="17877"/>
                  </a:moveTo>
                  <a:lnTo>
                    <a:pt x="0" y="17877"/>
                  </a:lnTo>
                  <a:lnTo>
                    <a:pt x="5778" y="8939"/>
                  </a:lnTo>
                  <a:lnTo>
                    <a:pt x="0" y="1"/>
                  </a:lnTo>
                  <a:lnTo>
                    <a:pt x="3280"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6" name="Google Shape;886;p69"/>
            <p:cNvSpPr/>
            <p:nvPr/>
          </p:nvSpPr>
          <p:spPr>
            <a:xfrm>
              <a:off x="5637875" y="3000800"/>
              <a:ext cx="225725" cy="446925"/>
            </a:xfrm>
            <a:custGeom>
              <a:avLst/>
              <a:gdLst/>
              <a:ahLst/>
              <a:cxnLst/>
              <a:rect l="l" t="t" r="r" b="b"/>
              <a:pathLst>
                <a:path w="9029" h="17877" extrusionOk="0">
                  <a:moveTo>
                    <a:pt x="3251" y="17877"/>
                  </a:moveTo>
                  <a:lnTo>
                    <a:pt x="0" y="17877"/>
                  </a:lnTo>
                  <a:lnTo>
                    <a:pt x="5748" y="8939"/>
                  </a:lnTo>
                  <a:lnTo>
                    <a:pt x="0" y="1"/>
                  </a:lnTo>
                  <a:lnTo>
                    <a:pt x="325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7" name="Google Shape;887;p69"/>
            <p:cNvSpPr/>
            <p:nvPr/>
          </p:nvSpPr>
          <p:spPr>
            <a:xfrm>
              <a:off x="5432475" y="3000800"/>
              <a:ext cx="226475" cy="446925"/>
            </a:xfrm>
            <a:custGeom>
              <a:avLst/>
              <a:gdLst/>
              <a:ahLst/>
              <a:cxnLst/>
              <a:rect l="l" t="t" r="r" b="b"/>
              <a:pathLst>
                <a:path w="9059" h="17877" extrusionOk="0">
                  <a:moveTo>
                    <a:pt x="3281" y="17877"/>
                  </a:moveTo>
                  <a:lnTo>
                    <a:pt x="0" y="17877"/>
                  </a:lnTo>
                  <a:lnTo>
                    <a:pt x="5779" y="8939"/>
                  </a:lnTo>
                  <a:lnTo>
                    <a:pt x="0" y="1"/>
                  </a:lnTo>
                  <a:lnTo>
                    <a:pt x="3281" y="1"/>
                  </a:lnTo>
                  <a:lnTo>
                    <a:pt x="905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8" name="Google Shape;888;p69"/>
            <p:cNvSpPr/>
            <p:nvPr/>
          </p:nvSpPr>
          <p:spPr>
            <a:xfrm>
              <a:off x="5227825" y="3000800"/>
              <a:ext cx="225750" cy="446925"/>
            </a:xfrm>
            <a:custGeom>
              <a:avLst/>
              <a:gdLst/>
              <a:ahLst/>
              <a:cxnLst/>
              <a:rect l="l" t="t" r="r" b="b"/>
              <a:pathLst>
                <a:path w="9030" h="17877" extrusionOk="0">
                  <a:moveTo>
                    <a:pt x="3281" y="17877"/>
                  </a:moveTo>
                  <a:lnTo>
                    <a:pt x="1" y="17877"/>
                  </a:lnTo>
                  <a:lnTo>
                    <a:pt x="5779" y="8939"/>
                  </a:lnTo>
                  <a:lnTo>
                    <a:pt x="1" y="1"/>
                  </a:lnTo>
                  <a:lnTo>
                    <a:pt x="3281" y="1"/>
                  </a:lnTo>
                  <a:lnTo>
                    <a:pt x="9029" y="8939"/>
                  </a:lnTo>
                  <a:close/>
                </a:path>
              </a:pathLst>
            </a:custGeom>
            <a:gradFill>
              <a:gsLst>
                <a:gs pos="0">
                  <a:schemeClr val="lt2"/>
                </a:gs>
                <a:gs pos="50000">
                  <a:schemeClr val="accent1"/>
                </a:gs>
                <a:gs pos="100000">
                  <a:schemeClr val="accent2"/>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89" name="Google Shape;889;p69"/>
          <p:cNvSpPr/>
          <p:nvPr/>
        </p:nvSpPr>
        <p:spPr>
          <a:xfrm>
            <a:off x="8114200" y="-512425"/>
            <a:ext cx="1378800" cy="137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0" name="Google Shape;890;p69"/>
          <p:cNvSpPr/>
          <p:nvPr/>
        </p:nvSpPr>
        <p:spPr>
          <a:xfrm>
            <a:off x="7120800" y="336000"/>
            <a:ext cx="207000" cy="207000"/>
          </a:xfrm>
          <a:prstGeom prst="mathMultiply">
            <a:avLst>
              <a:gd name="adj1" fmla="val 2352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1" name="Google Shape;891;p69"/>
          <p:cNvSpPr/>
          <p:nvPr/>
        </p:nvSpPr>
        <p:spPr>
          <a:xfrm>
            <a:off x="239900" y="2913850"/>
            <a:ext cx="292800" cy="292800"/>
          </a:xfrm>
          <a:prstGeom prst="mathMultiply">
            <a:avLst>
              <a:gd name="adj1" fmla="val 2352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2" name="Google Shape;892;p69"/>
          <p:cNvSpPr/>
          <p:nvPr/>
        </p:nvSpPr>
        <p:spPr>
          <a:xfrm>
            <a:off x="339500" y="543000"/>
            <a:ext cx="193200" cy="193200"/>
          </a:xfrm>
          <a:prstGeom prst="ellipse">
            <a:avLst/>
          </a:pr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41"/>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Russo One"/>
              <a:buNone/>
              <a:defRPr sz="2800" b="0" i="1" u="none" strike="noStrike" cap="none">
                <a:solidFill>
                  <a:schemeClr val="dk1"/>
                </a:solidFill>
                <a:latin typeface="Russo One"/>
                <a:ea typeface="Russo One"/>
                <a:cs typeface="Russo One"/>
                <a:sym typeface="Russo One"/>
              </a:defRPr>
            </a:lvl1pPr>
            <a:lvl2pPr marR="0" lvl="1" algn="l" rtl="0">
              <a:lnSpc>
                <a:spcPct val="100000"/>
              </a:lnSpc>
              <a:spcBef>
                <a:spcPts val="0"/>
              </a:spcBef>
              <a:spcAft>
                <a:spcPts val="0"/>
              </a:spcAft>
              <a:buClr>
                <a:schemeClr val="dk1"/>
              </a:buClr>
              <a:buSzPts val="2800"/>
              <a:buFont typeface="Russo One"/>
              <a:buNone/>
              <a:defRPr sz="2800" b="0" i="1" u="none" strike="noStrike" cap="none">
                <a:solidFill>
                  <a:schemeClr val="dk1"/>
                </a:solidFill>
                <a:latin typeface="Russo One"/>
                <a:ea typeface="Russo One"/>
                <a:cs typeface="Russo One"/>
                <a:sym typeface="Russo One"/>
              </a:defRPr>
            </a:lvl2pPr>
            <a:lvl3pPr marR="0" lvl="2" algn="l" rtl="0">
              <a:lnSpc>
                <a:spcPct val="100000"/>
              </a:lnSpc>
              <a:spcBef>
                <a:spcPts val="0"/>
              </a:spcBef>
              <a:spcAft>
                <a:spcPts val="0"/>
              </a:spcAft>
              <a:buClr>
                <a:schemeClr val="dk1"/>
              </a:buClr>
              <a:buSzPts val="2800"/>
              <a:buFont typeface="Russo One"/>
              <a:buNone/>
              <a:defRPr sz="2800" b="0" i="1" u="none" strike="noStrike" cap="none">
                <a:solidFill>
                  <a:schemeClr val="dk1"/>
                </a:solidFill>
                <a:latin typeface="Russo One"/>
                <a:ea typeface="Russo One"/>
                <a:cs typeface="Russo One"/>
                <a:sym typeface="Russo One"/>
              </a:defRPr>
            </a:lvl3pPr>
            <a:lvl4pPr marR="0" lvl="3" algn="l" rtl="0">
              <a:lnSpc>
                <a:spcPct val="100000"/>
              </a:lnSpc>
              <a:spcBef>
                <a:spcPts val="0"/>
              </a:spcBef>
              <a:spcAft>
                <a:spcPts val="0"/>
              </a:spcAft>
              <a:buClr>
                <a:schemeClr val="dk1"/>
              </a:buClr>
              <a:buSzPts val="2800"/>
              <a:buFont typeface="Russo One"/>
              <a:buNone/>
              <a:defRPr sz="2800" b="0" i="1" u="none" strike="noStrike" cap="none">
                <a:solidFill>
                  <a:schemeClr val="dk1"/>
                </a:solidFill>
                <a:latin typeface="Russo One"/>
                <a:ea typeface="Russo One"/>
                <a:cs typeface="Russo One"/>
                <a:sym typeface="Russo One"/>
              </a:defRPr>
            </a:lvl4pPr>
            <a:lvl5pPr marR="0" lvl="4" algn="l" rtl="0">
              <a:lnSpc>
                <a:spcPct val="100000"/>
              </a:lnSpc>
              <a:spcBef>
                <a:spcPts val="0"/>
              </a:spcBef>
              <a:spcAft>
                <a:spcPts val="0"/>
              </a:spcAft>
              <a:buClr>
                <a:schemeClr val="dk1"/>
              </a:buClr>
              <a:buSzPts val="2800"/>
              <a:buFont typeface="Russo One"/>
              <a:buNone/>
              <a:defRPr sz="2800" b="0" i="1" u="none" strike="noStrike" cap="none">
                <a:solidFill>
                  <a:schemeClr val="dk1"/>
                </a:solidFill>
                <a:latin typeface="Russo One"/>
                <a:ea typeface="Russo One"/>
                <a:cs typeface="Russo One"/>
                <a:sym typeface="Russo One"/>
              </a:defRPr>
            </a:lvl5pPr>
            <a:lvl6pPr marR="0" lvl="5" algn="l" rtl="0">
              <a:lnSpc>
                <a:spcPct val="100000"/>
              </a:lnSpc>
              <a:spcBef>
                <a:spcPts val="0"/>
              </a:spcBef>
              <a:spcAft>
                <a:spcPts val="0"/>
              </a:spcAft>
              <a:buClr>
                <a:schemeClr val="dk1"/>
              </a:buClr>
              <a:buSzPts val="2800"/>
              <a:buFont typeface="Russo One"/>
              <a:buNone/>
              <a:defRPr sz="2800" b="0" i="1" u="none" strike="noStrike" cap="none">
                <a:solidFill>
                  <a:schemeClr val="dk1"/>
                </a:solidFill>
                <a:latin typeface="Russo One"/>
                <a:ea typeface="Russo One"/>
                <a:cs typeface="Russo One"/>
                <a:sym typeface="Russo One"/>
              </a:defRPr>
            </a:lvl6pPr>
            <a:lvl7pPr marR="0" lvl="6" algn="l" rtl="0">
              <a:lnSpc>
                <a:spcPct val="100000"/>
              </a:lnSpc>
              <a:spcBef>
                <a:spcPts val="0"/>
              </a:spcBef>
              <a:spcAft>
                <a:spcPts val="0"/>
              </a:spcAft>
              <a:buClr>
                <a:schemeClr val="dk1"/>
              </a:buClr>
              <a:buSzPts val="2800"/>
              <a:buFont typeface="Russo One"/>
              <a:buNone/>
              <a:defRPr sz="2800" b="0" i="1" u="none" strike="noStrike" cap="none">
                <a:solidFill>
                  <a:schemeClr val="dk1"/>
                </a:solidFill>
                <a:latin typeface="Russo One"/>
                <a:ea typeface="Russo One"/>
                <a:cs typeface="Russo One"/>
                <a:sym typeface="Russo One"/>
              </a:defRPr>
            </a:lvl7pPr>
            <a:lvl8pPr marR="0" lvl="7" algn="l" rtl="0">
              <a:lnSpc>
                <a:spcPct val="100000"/>
              </a:lnSpc>
              <a:spcBef>
                <a:spcPts val="0"/>
              </a:spcBef>
              <a:spcAft>
                <a:spcPts val="0"/>
              </a:spcAft>
              <a:buClr>
                <a:schemeClr val="dk1"/>
              </a:buClr>
              <a:buSzPts val="2800"/>
              <a:buFont typeface="Russo One"/>
              <a:buNone/>
              <a:defRPr sz="2800" b="0" i="1" u="none" strike="noStrike" cap="none">
                <a:solidFill>
                  <a:schemeClr val="dk1"/>
                </a:solidFill>
                <a:latin typeface="Russo One"/>
                <a:ea typeface="Russo One"/>
                <a:cs typeface="Russo One"/>
                <a:sym typeface="Russo One"/>
              </a:defRPr>
            </a:lvl8pPr>
            <a:lvl9pPr marR="0" lvl="8" algn="l" rtl="0">
              <a:lnSpc>
                <a:spcPct val="100000"/>
              </a:lnSpc>
              <a:spcBef>
                <a:spcPts val="0"/>
              </a:spcBef>
              <a:spcAft>
                <a:spcPts val="0"/>
              </a:spcAft>
              <a:buClr>
                <a:schemeClr val="dk1"/>
              </a:buClr>
              <a:buSzPts val="2800"/>
              <a:buFont typeface="Russo One"/>
              <a:buNone/>
              <a:defRPr sz="2800" b="0" i="1" u="none" strike="noStrike" cap="none">
                <a:solidFill>
                  <a:schemeClr val="dk1"/>
                </a:solidFill>
                <a:latin typeface="Russo One"/>
                <a:ea typeface="Russo One"/>
                <a:cs typeface="Russo One"/>
                <a:sym typeface="Russo One"/>
              </a:defRPr>
            </a:lvl9pPr>
          </a:lstStyle>
          <a:p>
            <a:endParaRPr/>
          </a:p>
        </p:txBody>
      </p:sp>
      <p:sp>
        <p:nvSpPr>
          <p:cNvPr id="7" name="Google Shape;7;p41"/>
          <p:cNvSpPr txBox="1">
            <a:spLocks noGrp="1"/>
          </p:cNvSpPr>
          <p:nvPr>
            <p:ph type="body" idx="1"/>
          </p:nvPr>
        </p:nvSpPr>
        <p:spPr>
          <a:xfrm>
            <a:off x="713100" y="1185132"/>
            <a:ext cx="7717800" cy="3416400"/>
          </a:xfrm>
          <a:prstGeom prst="rect">
            <a:avLst/>
          </a:prstGeom>
          <a:noFill/>
          <a:ln>
            <a:noFill/>
          </a:ln>
        </p:spPr>
        <p:txBody>
          <a:bodyPr spcFirstLastPara="1" wrap="square" lIns="91425" tIns="91425" rIns="91425" bIns="91425" anchor="t" anchorCtr="0">
            <a:noAutofit/>
          </a:bodyPr>
          <a:lstStyle>
            <a:lvl1pPr marL="457200" marR="0" lvl="0" indent="-304800" algn="l" rtl="0">
              <a:lnSpc>
                <a:spcPct val="100000"/>
              </a:lnSpc>
              <a:spcBef>
                <a:spcPts val="0"/>
              </a:spcBef>
              <a:spcAft>
                <a:spcPts val="0"/>
              </a:spcAft>
              <a:buClr>
                <a:schemeClr val="dk2"/>
              </a:buClr>
              <a:buSzPts val="1200"/>
              <a:buFont typeface="Barlow Medium"/>
              <a:buChar char="●"/>
              <a:defRPr sz="1200" b="0" i="0" u="none" strike="noStrike" cap="none">
                <a:solidFill>
                  <a:schemeClr val="dk2"/>
                </a:solidFill>
                <a:latin typeface="Barlow Medium"/>
                <a:ea typeface="Barlow Medium"/>
                <a:cs typeface="Barlow Medium"/>
                <a:sym typeface="Barlow Medium"/>
              </a:defRPr>
            </a:lvl1pPr>
            <a:lvl2pPr marL="914400" marR="0" lvl="1" indent="-304800" algn="l" rtl="0">
              <a:lnSpc>
                <a:spcPct val="100000"/>
              </a:lnSpc>
              <a:spcBef>
                <a:spcPts val="0"/>
              </a:spcBef>
              <a:spcAft>
                <a:spcPts val="0"/>
              </a:spcAft>
              <a:buClr>
                <a:schemeClr val="dk2"/>
              </a:buClr>
              <a:buSzPts val="1200"/>
              <a:buFont typeface="Barlow Medium"/>
              <a:buChar char="○"/>
              <a:defRPr sz="1200" b="0" i="0" u="none" strike="noStrike" cap="none">
                <a:solidFill>
                  <a:schemeClr val="dk2"/>
                </a:solidFill>
                <a:latin typeface="Barlow Medium"/>
                <a:ea typeface="Barlow Medium"/>
                <a:cs typeface="Barlow Medium"/>
                <a:sym typeface="Barlow Medium"/>
              </a:defRPr>
            </a:lvl2pPr>
            <a:lvl3pPr marL="1371600" marR="0" lvl="2" indent="-304800" algn="l" rtl="0">
              <a:lnSpc>
                <a:spcPct val="100000"/>
              </a:lnSpc>
              <a:spcBef>
                <a:spcPts val="0"/>
              </a:spcBef>
              <a:spcAft>
                <a:spcPts val="0"/>
              </a:spcAft>
              <a:buClr>
                <a:schemeClr val="dk2"/>
              </a:buClr>
              <a:buSzPts val="1200"/>
              <a:buFont typeface="Barlow Medium"/>
              <a:buChar char="■"/>
              <a:defRPr sz="1200" b="0" i="0" u="none" strike="noStrike" cap="none">
                <a:solidFill>
                  <a:schemeClr val="dk2"/>
                </a:solidFill>
                <a:latin typeface="Barlow Medium"/>
                <a:ea typeface="Barlow Medium"/>
                <a:cs typeface="Barlow Medium"/>
                <a:sym typeface="Barlow Medium"/>
              </a:defRPr>
            </a:lvl3pPr>
            <a:lvl4pPr marL="1828800" marR="0" lvl="3" indent="-304800" algn="l" rtl="0">
              <a:lnSpc>
                <a:spcPct val="100000"/>
              </a:lnSpc>
              <a:spcBef>
                <a:spcPts val="0"/>
              </a:spcBef>
              <a:spcAft>
                <a:spcPts val="0"/>
              </a:spcAft>
              <a:buClr>
                <a:schemeClr val="dk2"/>
              </a:buClr>
              <a:buSzPts val="1200"/>
              <a:buFont typeface="Barlow Medium"/>
              <a:buChar char="●"/>
              <a:defRPr sz="1200" b="0" i="0" u="none" strike="noStrike" cap="none">
                <a:solidFill>
                  <a:schemeClr val="dk2"/>
                </a:solidFill>
                <a:latin typeface="Barlow Medium"/>
                <a:ea typeface="Barlow Medium"/>
                <a:cs typeface="Barlow Medium"/>
                <a:sym typeface="Barlow Medium"/>
              </a:defRPr>
            </a:lvl4pPr>
            <a:lvl5pPr marL="2286000" marR="0" lvl="4" indent="-304800" algn="l" rtl="0">
              <a:lnSpc>
                <a:spcPct val="100000"/>
              </a:lnSpc>
              <a:spcBef>
                <a:spcPts val="0"/>
              </a:spcBef>
              <a:spcAft>
                <a:spcPts val="0"/>
              </a:spcAft>
              <a:buClr>
                <a:schemeClr val="dk2"/>
              </a:buClr>
              <a:buSzPts val="1200"/>
              <a:buFont typeface="Barlow Medium"/>
              <a:buChar char="○"/>
              <a:defRPr sz="1200" b="0" i="0" u="none" strike="noStrike" cap="none">
                <a:solidFill>
                  <a:schemeClr val="dk2"/>
                </a:solidFill>
                <a:latin typeface="Barlow Medium"/>
                <a:ea typeface="Barlow Medium"/>
                <a:cs typeface="Barlow Medium"/>
                <a:sym typeface="Barlow Medium"/>
              </a:defRPr>
            </a:lvl5pPr>
            <a:lvl6pPr marL="2743200" marR="0" lvl="5" indent="-304800" algn="l" rtl="0">
              <a:lnSpc>
                <a:spcPct val="100000"/>
              </a:lnSpc>
              <a:spcBef>
                <a:spcPts val="0"/>
              </a:spcBef>
              <a:spcAft>
                <a:spcPts val="0"/>
              </a:spcAft>
              <a:buClr>
                <a:schemeClr val="dk2"/>
              </a:buClr>
              <a:buSzPts val="1200"/>
              <a:buFont typeface="Barlow Medium"/>
              <a:buChar char="■"/>
              <a:defRPr sz="1200" b="0" i="0" u="none" strike="noStrike" cap="none">
                <a:solidFill>
                  <a:schemeClr val="dk2"/>
                </a:solidFill>
                <a:latin typeface="Barlow Medium"/>
                <a:ea typeface="Barlow Medium"/>
                <a:cs typeface="Barlow Medium"/>
                <a:sym typeface="Barlow Medium"/>
              </a:defRPr>
            </a:lvl6pPr>
            <a:lvl7pPr marL="3200400" marR="0" lvl="6" indent="-304800" algn="l" rtl="0">
              <a:lnSpc>
                <a:spcPct val="100000"/>
              </a:lnSpc>
              <a:spcBef>
                <a:spcPts val="0"/>
              </a:spcBef>
              <a:spcAft>
                <a:spcPts val="0"/>
              </a:spcAft>
              <a:buClr>
                <a:schemeClr val="dk2"/>
              </a:buClr>
              <a:buSzPts val="1200"/>
              <a:buFont typeface="Barlow Medium"/>
              <a:buChar char="●"/>
              <a:defRPr sz="1200" b="0" i="0" u="none" strike="noStrike" cap="none">
                <a:solidFill>
                  <a:schemeClr val="dk2"/>
                </a:solidFill>
                <a:latin typeface="Barlow Medium"/>
                <a:ea typeface="Barlow Medium"/>
                <a:cs typeface="Barlow Medium"/>
                <a:sym typeface="Barlow Medium"/>
              </a:defRPr>
            </a:lvl7pPr>
            <a:lvl8pPr marL="3657600" marR="0" lvl="7" indent="-304800" algn="l" rtl="0">
              <a:lnSpc>
                <a:spcPct val="100000"/>
              </a:lnSpc>
              <a:spcBef>
                <a:spcPts val="0"/>
              </a:spcBef>
              <a:spcAft>
                <a:spcPts val="0"/>
              </a:spcAft>
              <a:buClr>
                <a:schemeClr val="dk2"/>
              </a:buClr>
              <a:buSzPts val="1200"/>
              <a:buFont typeface="Barlow Medium"/>
              <a:buChar char="○"/>
              <a:defRPr sz="1200" b="0" i="0" u="none" strike="noStrike" cap="none">
                <a:solidFill>
                  <a:schemeClr val="dk2"/>
                </a:solidFill>
                <a:latin typeface="Barlow Medium"/>
                <a:ea typeface="Barlow Medium"/>
                <a:cs typeface="Barlow Medium"/>
                <a:sym typeface="Barlow Medium"/>
              </a:defRPr>
            </a:lvl8pPr>
            <a:lvl9pPr marL="4114800" marR="0" lvl="8" indent="-304800" algn="l" rtl="0">
              <a:lnSpc>
                <a:spcPct val="100000"/>
              </a:lnSpc>
              <a:spcBef>
                <a:spcPts val="0"/>
              </a:spcBef>
              <a:spcAft>
                <a:spcPts val="0"/>
              </a:spcAft>
              <a:buClr>
                <a:schemeClr val="dk2"/>
              </a:buClr>
              <a:buSzPts val="1200"/>
              <a:buFont typeface="Barlow Medium"/>
              <a:buChar char="■"/>
              <a:defRPr sz="1200" b="0" i="0" u="none" strike="noStrike" cap="none">
                <a:solidFill>
                  <a:schemeClr val="dk2"/>
                </a:solidFill>
                <a:latin typeface="Barlow Medium"/>
                <a:ea typeface="Barlow Medium"/>
                <a:cs typeface="Barlow Medium"/>
                <a:sym typeface="Barlow Medium"/>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5.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6.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6.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6.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hyperlink" Target="https://youtu.be/fiD_mKMpzXs" TargetMode="External"/><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hyperlink" Target="https://youtu.be/Fd0IjxF17nc" TargetMode="External"/><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hyperlink" Target="https://slidesgo.com/" TargetMode="External"/><Relationship Id="rId2" Type="http://schemas.openxmlformats.org/officeDocument/2006/relationships/notesSlide" Target="../notesSlides/notesSlide43.xml"/><Relationship Id="rId1" Type="http://schemas.openxmlformats.org/officeDocument/2006/relationships/slideLayout" Target="../slideLayouts/slideLayout19.xml"/><Relationship Id="rId5" Type="http://schemas.openxmlformats.org/officeDocument/2006/relationships/hyperlink" Target="https://www.wrc.com/" TargetMode="External"/><Relationship Id="rId4" Type="http://schemas.openxmlformats.org/officeDocument/2006/relationships/hyperlink" Target="https://www.autorally.lv/" TargetMode="Externa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p1"/>
          <p:cNvSpPr txBox="1">
            <a:spLocks noGrp="1"/>
          </p:cNvSpPr>
          <p:nvPr>
            <p:ph type="ctrTitle"/>
          </p:nvPr>
        </p:nvSpPr>
        <p:spPr>
          <a:xfrm>
            <a:off x="713100" y="1187075"/>
            <a:ext cx="4902900" cy="230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5200"/>
              <a:buFont typeface="Arial"/>
              <a:buNone/>
            </a:pPr>
            <a:r>
              <a:rPr lang="en" sz="1900"/>
              <a:t>Prezentācija kvalifikācijas darbam</a:t>
            </a:r>
            <a:endParaRPr sz="2900" b="1">
              <a:solidFill>
                <a:schemeClr val="accent1"/>
              </a:solidFill>
            </a:endParaRPr>
          </a:p>
          <a:p>
            <a:pPr marL="0" lvl="0" indent="0" algn="l" rtl="0">
              <a:lnSpc>
                <a:spcPct val="100000"/>
              </a:lnSpc>
              <a:spcBef>
                <a:spcPts val="0"/>
              </a:spcBef>
              <a:spcAft>
                <a:spcPts val="0"/>
              </a:spcAft>
              <a:buSzPts val="5200"/>
              <a:buNone/>
            </a:pPr>
            <a:r>
              <a:rPr lang="en" sz="2900" b="1">
                <a:solidFill>
                  <a:schemeClr val="accent1"/>
                </a:solidFill>
              </a:rPr>
              <a:t>Latvijas rallija mājaslapa</a:t>
            </a:r>
            <a:endParaRPr sz="1900"/>
          </a:p>
        </p:txBody>
      </p:sp>
      <p:sp>
        <p:nvSpPr>
          <p:cNvPr id="898" name="Google Shape;898;p1"/>
          <p:cNvSpPr txBox="1">
            <a:spLocks noGrp="1"/>
          </p:cNvSpPr>
          <p:nvPr>
            <p:ph type="subTitle" idx="1"/>
          </p:nvPr>
        </p:nvSpPr>
        <p:spPr>
          <a:xfrm>
            <a:off x="713100" y="3527425"/>
            <a:ext cx="4902900" cy="429000"/>
          </a:xfrm>
          <a:prstGeom prst="rect">
            <a:avLst/>
          </a:pr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800"/>
              <a:buNone/>
            </a:pPr>
            <a:r>
              <a:rPr lang="en" sz="1300">
                <a:solidFill>
                  <a:schemeClr val="lt1"/>
                </a:solidFill>
              </a:rPr>
              <a:t>Darba autors: Tomass Vēveris</a:t>
            </a:r>
            <a:endParaRPr sz="1300">
              <a:solidFill>
                <a:schemeClr val="lt1"/>
              </a:solidFill>
            </a:endParaRPr>
          </a:p>
        </p:txBody>
      </p:sp>
      <p:pic>
        <p:nvPicPr>
          <p:cNvPr id="899" name="Google Shape;899;p1"/>
          <p:cNvPicPr preferRelativeResize="0">
            <a:picLocks noGrp="1"/>
          </p:cNvPicPr>
          <p:nvPr>
            <p:ph type="pic" idx="2"/>
          </p:nvPr>
        </p:nvPicPr>
        <p:blipFill rotWithShape="1">
          <a:blip r:embed="rId3">
            <a:alphaModFix/>
          </a:blip>
          <a:srcRect l="189" r="179"/>
          <a:stretch/>
        </p:blipFill>
        <p:spPr>
          <a:xfrm>
            <a:off x="5778475" y="1303825"/>
            <a:ext cx="2652300" cy="2652600"/>
          </a:xfrm>
          <a:prstGeom prst="ellipse">
            <a:avLst/>
          </a:prstGeom>
          <a:noFill/>
          <a:ln w="19050" cap="flat" cmpd="sng">
            <a:solidFill>
              <a:schemeClr val="lt1"/>
            </a:solidFill>
            <a:prstDash val="solid"/>
            <a:round/>
            <a:headEnd type="none" w="sm" len="sm"/>
            <a:tailEnd type="none" w="sm" len="sm"/>
          </a:ln>
        </p:spPr>
      </p:pic>
      <p:pic>
        <p:nvPicPr>
          <p:cNvPr id="900" name="Google Shape;900;p1" title="Cropped_Image (1).png"/>
          <p:cNvPicPr preferRelativeResize="0"/>
          <p:nvPr/>
        </p:nvPicPr>
        <p:blipFill>
          <a:blip r:embed="rId4">
            <a:alphaModFix/>
          </a:blip>
          <a:stretch>
            <a:fillRect/>
          </a:stretch>
        </p:blipFill>
        <p:spPr>
          <a:xfrm>
            <a:off x="5778475" y="1301875"/>
            <a:ext cx="2652300" cy="2656500"/>
          </a:xfrm>
          <a:prstGeom prst="ellipse">
            <a:avLst/>
          </a:prstGeom>
          <a:noFill/>
          <a:ln>
            <a:noFill/>
          </a:ln>
        </p:spPr>
      </p:pic>
      <p:sp>
        <p:nvSpPr>
          <p:cNvPr id="901" name="Google Shape;901;p1"/>
          <p:cNvSpPr txBox="1">
            <a:spLocks noGrp="1"/>
          </p:cNvSpPr>
          <p:nvPr>
            <p:ph type="ctrTitle"/>
          </p:nvPr>
        </p:nvSpPr>
        <p:spPr>
          <a:xfrm>
            <a:off x="713100" y="926650"/>
            <a:ext cx="5374500" cy="64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5200"/>
              <a:buFont typeface="Arial"/>
              <a:buNone/>
            </a:pPr>
            <a:r>
              <a:rPr lang="en" sz="1200" i="0"/>
              <a:t>Vidzemes Tehnoloģiju un Dizaina Tehnikums</a:t>
            </a:r>
            <a:endParaRPr sz="1200" i="0"/>
          </a:p>
          <a:p>
            <a:pPr marL="0" lvl="0" indent="0" algn="l" rtl="0">
              <a:spcBef>
                <a:spcPts val="0"/>
              </a:spcBef>
              <a:spcAft>
                <a:spcPts val="0"/>
              </a:spcAft>
              <a:buClr>
                <a:srgbClr val="000000"/>
              </a:buClr>
              <a:buSzPts val="5200"/>
              <a:buFont typeface="Arial"/>
              <a:buNone/>
            </a:pPr>
            <a:r>
              <a:rPr lang="en" sz="1200" i="0"/>
              <a:t>Kvalifikācija - Programmēšanas tehniķis</a:t>
            </a:r>
            <a:endParaRPr sz="1200" i="0"/>
          </a:p>
        </p:txBody>
      </p:sp>
      <p:sp>
        <p:nvSpPr>
          <p:cNvPr id="902" name="Google Shape;902;p1"/>
          <p:cNvSpPr txBox="1">
            <a:spLocks noGrp="1"/>
          </p:cNvSpPr>
          <p:nvPr>
            <p:ph type="ctrTitle"/>
          </p:nvPr>
        </p:nvSpPr>
        <p:spPr>
          <a:xfrm>
            <a:off x="713100" y="4128350"/>
            <a:ext cx="5374500" cy="338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5200"/>
              <a:buFont typeface="Arial"/>
              <a:buNone/>
            </a:pPr>
            <a:r>
              <a:rPr lang="en" sz="1200"/>
              <a:t>Cēsis, 2025</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2"/>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Satura rādītājs</a:t>
            </a:r>
            <a:endParaRPr/>
          </a:p>
        </p:txBody>
      </p:sp>
      <p:graphicFrame>
        <p:nvGraphicFramePr>
          <p:cNvPr id="908" name="Google Shape;908;p2"/>
          <p:cNvGraphicFramePr/>
          <p:nvPr/>
        </p:nvGraphicFramePr>
        <p:xfrm>
          <a:off x="780051" y="1162516"/>
          <a:ext cx="7583900" cy="3202425"/>
        </p:xfrm>
        <a:graphic>
          <a:graphicData uri="http://schemas.openxmlformats.org/drawingml/2006/table">
            <a:tbl>
              <a:tblPr>
                <a:noFill/>
                <a:tableStyleId>{21FA7378-C184-4F61-92EC-3E32C5E77C85}</a:tableStyleId>
              </a:tblPr>
              <a:tblGrid>
                <a:gridCol w="430225">
                  <a:extLst>
                    <a:ext uri="{9D8B030D-6E8A-4147-A177-3AD203B41FA5}">
                      <a16:colId xmlns:a16="http://schemas.microsoft.com/office/drawing/2014/main" val="20000"/>
                    </a:ext>
                  </a:extLst>
                </a:gridCol>
                <a:gridCol w="3319100">
                  <a:extLst>
                    <a:ext uri="{9D8B030D-6E8A-4147-A177-3AD203B41FA5}">
                      <a16:colId xmlns:a16="http://schemas.microsoft.com/office/drawing/2014/main" val="20001"/>
                    </a:ext>
                  </a:extLst>
                </a:gridCol>
                <a:gridCol w="491125">
                  <a:extLst>
                    <a:ext uri="{9D8B030D-6E8A-4147-A177-3AD203B41FA5}">
                      <a16:colId xmlns:a16="http://schemas.microsoft.com/office/drawing/2014/main" val="20002"/>
                    </a:ext>
                  </a:extLst>
                </a:gridCol>
                <a:gridCol w="3343450">
                  <a:extLst>
                    <a:ext uri="{9D8B030D-6E8A-4147-A177-3AD203B41FA5}">
                      <a16:colId xmlns:a16="http://schemas.microsoft.com/office/drawing/2014/main" val="20003"/>
                    </a:ext>
                  </a:extLst>
                </a:gridCol>
              </a:tblGrid>
              <a:tr h="530625">
                <a:tc>
                  <a:txBody>
                    <a:bodyPr/>
                    <a:lstStyle/>
                    <a:p>
                      <a:pPr marL="0" marR="0" lvl="0" indent="0" algn="ctr" rtl="0">
                        <a:lnSpc>
                          <a:spcPct val="100000"/>
                        </a:lnSpc>
                        <a:spcBef>
                          <a:spcPts val="0"/>
                        </a:spcBef>
                        <a:spcAft>
                          <a:spcPts val="0"/>
                        </a:spcAft>
                        <a:buClr>
                          <a:srgbClr val="000000"/>
                        </a:buClr>
                        <a:buSzPts val="1200"/>
                        <a:buFont typeface="Arial"/>
                        <a:buNone/>
                      </a:pPr>
                      <a:r>
                        <a:rPr lang="en" sz="1200" b="1">
                          <a:solidFill>
                            <a:schemeClr val="dk1"/>
                          </a:solidFill>
                          <a:latin typeface="Barlow"/>
                          <a:ea typeface="Barlow"/>
                          <a:cs typeface="Barlow"/>
                          <a:sym typeface="Barlow"/>
                        </a:rPr>
                        <a:t>1</a:t>
                      </a:r>
                      <a:endParaRPr sz="1200" b="1" u="none" strike="noStrike" cap="none">
                        <a:solidFill>
                          <a:schemeClr val="dk1"/>
                        </a:solidFill>
                        <a:latin typeface="Barlow"/>
                        <a:ea typeface="Barlow"/>
                        <a:cs typeface="Barlow"/>
                        <a:sym typeface="Barlow"/>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a:solidFill>
                            <a:schemeClr val="lt1"/>
                          </a:solidFill>
                          <a:latin typeface="Barlow Medium"/>
                          <a:ea typeface="Barlow Medium"/>
                          <a:cs typeface="Barlow Medium"/>
                          <a:sym typeface="Barlow Medium"/>
                        </a:rPr>
                        <a:t>Aktualitāte / problēma</a:t>
                      </a:r>
                      <a:endParaRPr sz="1200" u="none" strike="noStrike" cap="none">
                        <a:solidFill>
                          <a:schemeClr val="lt1"/>
                        </a:solidFill>
                        <a:latin typeface="Barlow Medium"/>
                        <a:ea typeface="Barlow Medium"/>
                        <a:cs typeface="Barlow Medium"/>
                        <a:sym typeface="Barlow Medium"/>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200" b="1">
                          <a:solidFill>
                            <a:schemeClr val="dk1"/>
                          </a:solidFill>
                          <a:latin typeface="Barlow"/>
                          <a:ea typeface="Barlow"/>
                          <a:cs typeface="Barlow"/>
                          <a:sym typeface="Barlow"/>
                        </a:rPr>
                        <a:t>7</a:t>
                      </a:r>
                      <a:endParaRPr sz="1200" b="1">
                        <a:solidFill>
                          <a:schemeClr val="dk1"/>
                        </a:solidFill>
                        <a:latin typeface="Barlow"/>
                        <a:ea typeface="Barlow"/>
                        <a:cs typeface="Barlow"/>
                        <a:sym typeface="Barlow"/>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marR="0" lvl="0" indent="0" algn="l" rtl="0">
                        <a:lnSpc>
                          <a:spcPct val="100000"/>
                        </a:lnSpc>
                        <a:spcBef>
                          <a:spcPts val="0"/>
                        </a:spcBef>
                        <a:spcAft>
                          <a:spcPts val="0"/>
                        </a:spcAft>
                        <a:buNone/>
                      </a:pPr>
                      <a:r>
                        <a:rPr lang="en" sz="1200">
                          <a:solidFill>
                            <a:schemeClr val="lt1"/>
                          </a:solidFill>
                          <a:latin typeface="Barlow Medium"/>
                          <a:ea typeface="Barlow Medium"/>
                          <a:cs typeface="Barlow Medium"/>
                          <a:sym typeface="Barlow Medium"/>
                        </a:rPr>
                        <a:t>Sistēmas struktūras un datu modelis</a:t>
                      </a:r>
                      <a:endParaRPr sz="1200">
                        <a:solidFill>
                          <a:schemeClr val="lt1"/>
                        </a:solidFill>
                        <a:latin typeface="Barlow Medium"/>
                        <a:ea typeface="Barlow Medium"/>
                        <a:cs typeface="Barlow Medium"/>
                        <a:sym typeface="Barlow Medium"/>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536850">
                <a:tc>
                  <a:txBody>
                    <a:bodyPr/>
                    <a:lstStyle/>
                    <a:p>
                      <a:pPr marL="0" marR="0" lvl="0" indent="0" algn="ctr" rtl="0">
                        <a:lnSpc>
                          <a:spcPct val="100000"/>
                        </a:lnSpc>
                        <a:spcBef>
                          <a:spcPts val="0"/>
                        </a:spcBef>
                        <a:spcAft>
                          <a:spcPts val="0"/>
                        </a:spcAft>
                        <a:buClr>
                          <a:srgbClr val="000000"/>
                        </a:buClr>
                        <a:buSzPts val="1200"/>
                        <a:buFont typeface="Arial"/>
                        <a:buNone/>
                      </a:pPr>
                      <a:r>
                        <a:rPr lang="en" sz="1200" b="1">
                          <a:solidFill>
                            <a:schemeClr val="dk1"/>
                          </a:solidFill>
                          <a:latin typeface="Barlow"/>
                          <a:ea typeface="Barlow"/>
                          <a:cs typeface="Barlow"/>
                          <a:sym typeface="Barlow"/>
                        </a:rPr>
                        <a:t>2</a:t>
                      </a:r>
                      <a:endParaRPr sz="1200" b="1" u="none" strike="noStrike" cap="none">
                        <a:solidFill>
                          <a:schemeClr val="dk1"/>
                        </a:solidFill>
                        <a:latin typeface="Barlow"/>
                        <a:ea typeface="Barlow"/>
                        <a:cs typeface="Barlow"/>
                        <a:sym typeface="Barlow"/>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a:solidFill>
                            <a:schemeClr val="lt1"/>
                          </a:solidFill>
                          <a:latin typeface="Barlow Medium"/>
                          <a:ea typeface="Barlow Medium"/>
                          <a:cs typeface="Barlow Medium"/>
                          <a:sym typeface="Barlow Medium"/>
                        </a:rPr>
                        <a:t>Mērķis</a:t>
                      </a:r>
                      <a:endParaRPr sz="1200" u="none" strike="noStrike" cap="none">
                        <a:solidFill>
                          <a:schemeClr val="lt1"/>
                        </a:solidFill>
                        <a:latin typeface="Barlow Medium"/>
                        <a:ea typeface="Barlow Medium"/>
                        <a:cs typeface="Barlow Medium"/>
                        <a:sym typeface="Barlow Medium"/>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200" b="1">
                          <a:solidFill>
                            <a:schemeClr val="dk1"/>
                          </a:solidFill>
                          <a:latin typeface="Barlow"/>
                          <a:ea typeface="Barlow"/>
                          <a:cs typeface="Barlow"/>
                          <a:sym typeface="Barlow"/>
                        </a:rPr>
                        <a:t>8</a:t>
                      </a:r>
                      <a:endParaRPr sz="1200" b="1">
                        <a:solidFill>
                          <a:schemeClr val="dk1"/>
                        </a:solidFill>
                        <a:latin typeface="Barlow"/>
                        <a:ea typeface="Barlow"/>
                        <a:cs typeface="Barlow"/>
                        <a:sym typeface="Barlow"/>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marR="0" lvl="0" indent="0" algn="l" rtl="0">
                        <a:lnSpc>
                          <a:spcPct val="100000"/>
                        </a:lnSpc>
                        <a:spcBef>
                          <a:spcPts val="0"/>
                        </a:spcBef>
                        <a:spcAft>
                          <a:spcPts val="0"/>
                        </a:spcAft>
                        <a:buNone/>
                      </a:pPr>
                      <a:r>
                        <a:rPr lang="en" sz="1200">
                          <a:solidFill>
                            <a:schemeClr val="lt1"/>
                          </a:solidFill>
                          <a:latin typeface="Barlow Medium"/>
                          <a:ea typeface="Barlow Medium"/>
                          <a:cs typeface="Barlow Medium"/>
                          <a:sym typeface="Barlow Medium"/>
                        </a:rPr>
                        <a:t>Funkcionālais un dinamiskais sistēmas modelis</a:t>
                      </a:r>
                      <a:endParaRPr sz="1200">
                        <a:solidFill>
                          <a:schemeClr val="lt1"/>
                        </a:solidFill>
                        <a:latin typeface="Barlow Medium"/>
                        <a:ea typeface="Barlow Medium"/>
                        <a:cs typeface="Barlow Medium"/>
                        <a:sym typeface="Barlow Medium"/>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530625">
                <a:tc>
                  <a:txBody>
                    <a:bodyPr/>
                    <a:lstStyle/>
                    <a:p>
                      <a:pPr marL="0" marR="0" lvl="0" indent="0" algn="ctr" rtl="0">
                        <a:lnSpc>
                          <a:spcPct val="100000"/>
                        </a:lnSpc>
                        <a:spcBef>
                          <a:spcPts val="0"/>
                        </a:spcBef>
                        <a:spcAft>
                          <a:spcPts val="0"/>
                        </a:spcAft>
                        <a:buClr>
                          <a:srgbClr val="000000"/>
                        </a:buClr>
                        <a:buSzPts val="1200"/>
                        <a:buFont typeface="Arial"/>
                        <a:buNone/>
                      </a:pPr>
                      <a:r>
                        <a:rPr lang="en" sz="1200" b="1">
                          <a:solidFill>
                            <a:schemeClr val="dk1"/>
                          </a:solidFill>
                          <a:latin typeface="Barlow"/>
                          <a:ea typeface="Barlow"/>
                          <a:cs typeface="Barlow"/>
                          <a:sym typeface="Barlow"/>
                        </a:rPr>
                        <a:t>3</a:t>
                      </a:r>
                      <a:endParaRPr sz="1200" b="1" u="none" strike="noStrike" cap="none">
                        <a:solidFill>
                          <a:schemeClr val="dk1"/>
                        </a:solidFill>
                        <a:latin typeface="Barlow"/>
                        <a:ea typeface="Barlow"/>
                        <a:cs typeface="Barlow"/>
                        <a:sym typeface="Barlow"/>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a:solidFill>
                            <a:schemeClr val="lt1"/>
                          </a:solidFill>
                          <a:latin typeface="Barlow Medium"/>
                          <a:ea typeface="Barlow Medium"/>
                          <a:cs typeface="Barlow Medium"/>
                          <a:sym typeface="Barlow Medium"/>
                        </a:rPr>
                        <a:t>Uzdevumi</a:t>
                      </a:r>
                      <a:endParaRPr sz="1200">
                        <a:solidFill>
                          <a:schemeClr val="lt1"/>
                        </a:solidFill>
                        <a:latin typeface="Barlow Medium"/>
                        <a:ea typeface="Barlow Medium"/>
                        <a:cs typeface="Barlow Medium"/>
                        <a:sym typeface="Barlow Medium"/>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a:solidFill>
                            <a:schemeClr val="dk1"/>
                          </a:solidFill>
                          <a:latin typeface="Barlow"/>
                          <a:ea typeface="Barlow"/>
                          <a:cs typeface="Barlow"/>
                          <a:sym typeface="Barlow"/>
                        </a:rPr>
                        <a:t>9</a:t>
                      </a:r>
                      <a:endParaRPr sz="1200" b="1" u="none" strike="noStrike" cap="none">
                        <a:solidFill>
                          <a:schemeClr val="dk1"/>
                        </a:solidFill>
                        <a:latin typeface="Barlow"/>
                        <a:ea typeface="Barlow"/>
                        <a:cs typeface="Barlow"/>
                        <a:sym typeface="Barlow"/>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a:solidFill>
                            <a:schemeClr val="lt1"/>
                          </a:solidFill>
                          <a:latin typeface="Barlow Medium"/>
                          <a:ea typeface="Barlow Medium"/>
                          <a:cs typeface="Barlow Medium"/>
                          <a:sym typeface="Barlow Medium"/>
                        </a:rPr>
                        <a:t>Testēšana</a:t>
                      </a:r>
                      <a:endParaRPr sz="1200" u="none" strike="noStrike" cap="none">
                        <a:solidFill>
                          <a:schemeClr val="lt1"/>
                        </a:solidFill>
                        <a:latin typeface="Barlow Medium"/>
                        <a:ea typeface="Barlow Medium"/>
                        <a:cs typeface="Barlow Medium"/>
                        <a:sym typeface="Barlow Medium"/>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530625">
                <a:tc>
                  <a:txBody>
                    <a:bodyPr/>
                    <a:lstStyle/>
                    <a:p>
                      <a:pPr marL="0" marR="0" lvl="0" indent="0" algn="ctr" rtl="0">
                        <a:lnSpc>
                          <a:spcPct val="100000"/>
                        </a:lnSpc>
                        <a:spcBef>
                          <a:spcPts val="0"/>
                        </a:spcBef>
                        <a:spcAft>
                          <a:spcPts val="0"/>
                        </a:spcAft>
                        <a:buClr>
                          <a:srgbClr val="000000"/>
                        </a:buClr>
                        <a:buSzPts val="1200"/>
                        <a:buFont typeface="Arial"/>
                        <a:buNone/>
                      </a:pPr>
                      <a:r>
                        <a:rPr lang="en" sz="1200" b="1">
                          <a:solidFill>
                            <a:schemeClr val="dk1"/>
                          </a:solidFill>
                          <a:latin typeface="Barlow"/>
                          <a:ea typeface="Barlow"/>
                          <a:cs typeface="Barlow"/>
                          <a:sym typeface="Barlow"/>
                        </a:rPr>
                        <a:t>4</a:t>
                      </a:r>
                      <a:endParaRPr sz="1200" b="1" u="none" strike="noStrike" cap="none">
                        <a:solidFill>
                          <a:schemeClr val="dk1"/>
                        </a:solidFill>
                        <a:latin typeface="Barlow"/>
                        <a:ea typeface="Barlow"/>
                        <a:cs typeface="Barlow"/>
                        <a:sym typeface="Barlow"/>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a:solidFill>
                            <a:schemeClr val="lt1"/>
                          </a:solidFill>
                          <a:latin typeface="Barlow Medium"/>
                          <a:ea typeface="Barlow Medium"/>
                          <a:cs typeface="Barlow Medium"/>
                          <a:sym typeface="Barlow Medium"/>
                        </a:rPr>
                        <a:t>Literatūras apskats un variantu salīdzinājums</a:t>
                      </a:r>
                      <a:endParaRPr sz="1200" u="none" strike="noStrike" cap="none">
                        <a:solidFill>
                          <a:schemeClr val="lt1"/>
                        </a:solidFill>
                        <a:latin typeface="Barlow Medium"/>
                        <a:ea typeface="Barlow Medium"/>
                        <a:cs typeface="Barlow Medium"/>
                        <a:sym typeface="Barlow Medium"/>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a:solidFill>
                            <a:schemeClr val="dk1"/>
                          </a:solidFill>
                          <a:latin typeface="Barlow"/>
                          <a:ea typeface="Barlow"/>
                          <a:cs typeface="Barlow"/>
                          <a:sym typeface="Barlow"/>
                        </a:rPr>
                        <a:t>10</a:t>
                      </a:r>
                      <a:endParaRPr sz="1200" b="1" u="none" strike="noStrike" cap="none">
                        <a:solidFill>
                          <a:schemeClr val="dk1"/>
                        </a:solidFill>
                        <a:latin typeface="Barlow"/>
                        <a:ea typeface="Barlow"/>
                        <a:cs typeface="Barlow"/>
                        <a:sym typeface="Barlow"/>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a:solidFill>
                            <a:schemeClr val="lt1"/>
                          </a:solidFill>
                          <a:latin typeface="Barlow Medium"/>
                          <a:ea typeface="Barlow Medium"/>
                          <a:cs typeface="Barlow Medium"/>
                          <a:sym typeface="Barlow Medium"/>
                        </a:rPr>
                        <a:t>Lietotāja ceļvedis</a:t>
                      </a:r>
                      <a:endParaRPr sz="1200">
                        <a:solidFill>
                          <a:schemeClr val="lt1"/>
                        </a:solidFill>
                        <a:latin typeface="Barlow Medium"/>
                        <a:ea typeface="Barlow Medium"/>
                        <a:cs typeface="Barlow Medium"/>
                        <a:sym typeface="Barlow Medium"/>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536850">
                <a:tc>
                  <a:txBody>
                    <a:bodyPr/>
                    <a:lstStyle/>
                    <a:p>
                      <a:pPr marL="0" marR="0" lvl="0" indent="0" algn="ctr" rtl="0">
                        <a:lnSpc>
                          <a:spcPct val="100000"/>
                        </a:lnSpc>
                        <a:spcBef>
                          <a:spcPts val="0"/>
                        </a:spcBef>
                        <a:spcAft>
                          <a:spcPts val="0"/>
                        </a:spcAft>
                        <a:buClr>
                          <a:srgbClr val="000000"/>
                        </a:buClr>
                        <a:buSzPts val="1200"/>
                        <a:buFont typeface="Arial"/>
                        <a:buNone/>
                      </a:pPr>
                      <a:r>
                        <a:rPr lang="en" sz="1200" b="1">
                          <a:solidFill>
                            <a:schemeClr val="dk1"/>
                          </a:solidFill>
                          <a:latin typeface="Barlow"/>
                          <a:ea typeface="Barlow"/>
                          <a:cs typeface="Barlow"/>
                          <a:sym typeface="Barlow"/>
                        </a:rPr>
                        <a:t>5</a:t>
                      </a:r>
                      <a:endParaRPr sz="1200" b="1" u="none" strike="noStrike" cap="none">
                        <a:solidFill>
                          <a:schemeClr val="dk1"/>
                        </a:solidFill>
                        <a:latin typeface="Barlow"/>
                        <a:ea typeface="Barlow"/>
                        <a:cs typeface="Barlow"/>
                        <a:sym typeface="Barlow"/>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a:solidFill>
                            <a:schemeClr val="lt1"/>
                          </a:solidFill>
                          <a:latin typeface="Barlow Medium"/>
                          <a:ea typeface="Barlow Medium"/>
                          <a:cs typeface="Barlow Medium"/>
                          <a:sym typeface="Barlow Medium"/>
                        </a:rPr>
                        <a:t>Prasību specifikācija</a:t>
                      </a:r>
                      <a:endParaRPr sz="1200" u="none" strike="noStrike" cap="none">
                        <a:solidFill>
                          <a:schemeClr val="lt1"/>
                        </a:solidFill>
                        <a:latin typeface="Barlow Medium"/>
                        <a:ea typeface="Barlow Medium"/>
                        <a:cs typeface="Barlow Medium"/>
                        <a:sym typeface="Barlow Medium"/>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a:solidFill>
                            <a:schemeClr val="dk1"/>
                          </a:solidFill>
                          <a:latin typeface="Barlow"/>
                          <a:ea typeface="Barlow"/>
                          <a:cs typeface="Barlow"/>
                          <a:sym typeface="Barlow"/>
                        </a:rPr>
                        <a:t>11</a:t>
                      </a:r>
                      <a:endParaRPr sz="1200" b="1" u="none" strike="noStrike" cap="none">
                        <a:solidFill>
                          <a:schemeClr val="dk1"/>
                        </a:solidFill>
                        <a:latin typeface="Barlow"/>
                        <a:ea typeface="Barlow"/>
                        <a:cs typeface="Barlow"/>
                        <a:sym typeface="Barlow"/>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a:solidFill>
                            <a:schemeClr val="lt1"/>
                          </a:solidFill>
                          <a:latin typeface="Barlow Medium"/>
                          <a:ea typeface="Barlow Medium"/>
                          <a:cs typeface="Barlow Medium"/>
                          <a:sym typeface="Barlow Medium"/>
                        </a:rPr>
                        <a:t>Secinājumi un priekšlikumi</a:t>
                      </a:r>
                      <a:endParaRPr sz="1200">
                        <a:solidFill>
                          <a:schemeClr val="lt1"/>
                        </a:solidFill>
                        <a:latin typeface="Barlow Medium"/>
                        <a:ea typeface="Barlow Medium"/>
                        <a:cs typeface="Barlow Medium"/>
                        <a:sym typeface="Barlow Medium"/>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536850">
                <a:tc>
                  <a:txBody>
                    <a:bodyPr/>
                    <a:lstStyle/>
                    <a:p>
                      <a:pPr marL="0" marR="0" lvl="0" indent="0" algn="ctr" rtl="0">
                        <a:lnSpc>
                          <a:spcPct val="100000"/>
                        </a:lnSpc>
                        <a:spcBef>
                          <a:spcPts val="0"/>
                        </a:spcBef>
                        <a:spcAft>
                          <a:spcPts val="0"/>
                        </a:spcAft>
                        <a:buClr>
                          <a:srgbClr val="000000"/>
                        </a:buClr>
                        <a:buSzPts val="1200"/>
                        <a:buFont typeface="Arial"/>
                        <a:buNone/>
                      </a:pPr>
                      <a:r>
                        <a:rPr lang="en" sz="1200" b="1">
                          <a:solidFill>
                            <a:schemeClr val="dk1"/>
                          </a:solidFill>
                          <a:latin typeface="Barlow"/>
                          <a:ea typeface="Barlow"/>
                          <a:cs typeface="Barlow"/>
                          <a:sym typeface="Barlow"/>
                        </a:rPr>
                        <a:t>6</a:t>
                      </a:r>
                      <a:endParaRPr sz="1200" b="1" u="none" strike="noStrike" cap="none">
                        <a:solidFill>
                          <a:schemeClr val="dk1"/>
                        </a:solidFill>
                        <a:latin typeface="Barlow"/>
                        <a:ea typeface="Barlow"/>
                        <a:cs typeface="Barlow"/>
                        <a:sym typeface="Barlow"/>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a:solidFill>
                            <a:schemeClr val="lt1"/>
                          </a:solidFill>
                          <a:latin typeface="Barlow Medium"/>
                          <a:ea typeface="Barlow Medium"/>
                          <a:cs typeface="Barlow Medium"/>
                          <a:sym typeface="Barlow Medium"/>
                        </a:rPr>
                        <a:t>Mērķa sasniegšanas līdzekļu izvēle un pamatojums</a:t>
                      </a:r>
                      <a:endParaRPr sz="1200" b="1" u="none" strike="noStrike" cap="none">
                        <a:solidFill>
                          <a:schemeClr val="lt1"/>
                        </a:solidFill>
                        <a:latin typeface="Barlow"/>
                        <a:ea typeface="Barlow"/>
                        <a:cs typeface="Barlow"/>
                        <a:sym typeface="Barlow"/>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a:solidFill>
                            <a:schemeClr val="dk1"/>
                          </a:solidFill>
                          <a:latin typeface="Barlow"/>
                          <a:ea typeface="Barlow"/>
                          <a:cs typeface="Barlow"/>
                          <a:sym typeface="Barlow"/>
                        </a:rPr>
                        <a:t>12</a:t>
                      </a:r>
                      <a:endParaRPr sz="1200" b="1" u="none" strike="noStrike" cap="none">
                        <a:solidFill>
                          <a:schemeClr val="dk1"/>
                        </a:solidFill>
                        <a:latin typeface="Barlow"/>
                        <a:ea typeface="Barlow"/>
                        <a:cs typeface="Barlow"/>
                        <a:sym typeface="Barlow"/>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a:solidFill>
                            <a:schemeClr val="lt1"/>
                          </a:solidFill>
                          <a:latin typeface="Barlow Medium"/>
                          <a:ea typeface="Barlow Medium"/>
                          <a:cs typeface="Barlow Medium"/>
                          <a:sym typeface="Barlow Medium"/>
                        </a:rPr>
                        <a:t>Izmantotā literatūra</a:t>
                      </a:r>
                      <a:endParaRPr sz="1200">
                        <a:solidFill>
                          <a:schemeClr val="lt1"/>
                        </a:solidFill>
                        <a:latin typeface="Barlow Medium"/>
                        <a:ea typeface="Barlow Medium"/>
                        <a:cs typeface="Barlow Medium"/>
                        <a:sym typeface="Barlow Medium"/>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g354010766f9_0_1"/>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Aktualitāte / problēma</a:t>
            </a:r>
            <a:endParaRPr/>
          </a:p>
        </p:txBody>
      </p:sp>
      <p:sp>
        <p:nvSpPr>
          <p:cNvPr id="914" name="Google Shape;914;g354010766f9_0_1"/>
          <p:cNvSpPr txBox="1">
            <a:spLocks noGrp="1"/>
          </p:cNvSpPr>
          <p:nvPr>
            <p:ph type="subTitle" idx="2"/>
          </p:nvPr>
        </p:nvSpPr>
        <p:spPr>
          <a:xfrm>
            <a:off x="924150" y="1388175"/>
            <a:ext cx="7295700" cy="303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sz="2000"/>
              <a:t>Lielais skatītāju skaits, kas šogad sasniedza aptuveni 100 000, uzsver čempionāta popularitāti un notikuma nozīmīgumu Latvijas autosportā.</a:t>
            </a:r>
            <a:endParaRPr sz="2000"/>
          </a:p>
          <a:p>
            <a:pPr marL="0" lvl="0" indent="0" algn="ctr" rtl="0">
              <a:lnSpc>
                <a:spcPct val="100000"/>
              </a:lnSpc>
              <a:spcBef>
                <a:spcPts val="0"/>
              </a:spcBef>
              <a:spcAft>
                <a:spcPts val="0"/>
              </a:spcAft>
              <a:buSzPts val="1200"/>
              <a:buNone/>
            </a:pPr>
            <a:endParaRPr sz="2000"/>
          </a:p>
          <a:p>
            <a:pPr marL="0" lvl="0" indent="0" algn="ctr" rtl="0">
              <a:lnSpc>
                <a:spcPct val="100000"/>
              </a:lnSpc>
              <a:spcBef>
                <a:spcPts val="0"/>
              </a:spcBef>
              <a:spcAft>
                <a:spcPts val="0"/>
              </a:spcAft>
              <a:buSzPts val="1200"/>
              <a:buNone/>
            </a:pPr>
            <a:r>
              <a:rPr lang="en" sz="2000"/>
              <a:t>Projekts paredz Latvijas rallija čempionāta mājaslapas uzlabojumus, lai nodrošinātu lietotājam draudzīgu vidi, kas veicina vieglu piekļuvi informācijai, ātru ielādes laiku un intuitīvu satura pārvaldību.</a:t>
            </a:r>
            <a:endParaRPr sz="2000"/>
          </a:p>
        </p:txBody>
      </p:sp>
      <p:grpSp>
        <p:nvGrpSpPr>
          <p:cNvPr id="915" name="Google Shape;915;g354010766f9_0_1"/>
          <p:cNvGrpSpPr/>
          <p:nvPr/>
        </p:nvGrpSpPr>
        <p:grpSpPr>
          <a:xfrm>
            <a:off x="1367062" y="500697"/>
            <a:ext cx="663654" cy="657292"/>
            <a:chOff x="5049725" y="1435050"/>
            <a:chExt cx="486550" cy="481850"/>
          </a:xfrm>
        </p:grpSpPr>
        <p:sp>
          <p:nvSpPr>
            <p:cNvPr id="916" name="Google Shape;916;g354010766f9_0_1"/>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35D74"/>
                </a:solidFill>
                <a:latin typeface="Arial"/>
                <a:ea typeface="Arial"/>
                <a:cs typeface="Arial"/>
                <a:sym typeface="Arial"/>
              </a:endParaRPr>
            </a:p>
          </p:txBody>
        </p:sp>
        <p:sp>
          <p:nvSpPr>
            <p:cNvPr id="917" name="Google Shape;917;g354010766f9_0_1"/>
            <p:cNvSpPr/>
            <p:nvPr/>
          </p:nvSpPr>
          <p:spPr>
            <a:xfrm>
              <a:off x="5184925" y="1576250"/>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35D74"/>
                </a:solidFill>
                <a:latin typeface="Arial"/>
                <a:ea typeface="Arial"/>
                <a:cs typeface="Arial"/>
                <a:sym typeface="Arial"/>
              </a:endParaRPr>
            </a:p>
          </p:txBody>
        </p:sp>
        <p:sp>
          <p:nvSpPr>
            <p:cNvPr id="918" name="Google Shape;918;g354010766f9_0_1"/>
            <p:cNvSpPr/>
            <p:nvPr/>
          </p:nvSpPr>
          <p:spPr>
            <a:xfrm>
              <a:off x="5049725" y="1435075"/>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35D74"/>
                </a:solidFill>
                <a:latin typeface="Arial"/>
                <a:ea typeface="Arial"/>
                <a:cs typeface="Arial"/>
                <a:sym typeface="Arial"/>
              </a:endParaRPr>
            </a:p>
          </p:txBody>
        </p:sp>
        <p:sp>
          <p:nvSpPr>
            <p:cNvPr id="919" name="Google Shape;919;g354010766f9_0_1"/>
            <p:cNvSpPr/>
            <p:nvPr/>
          </p:nvSpPr>
          <p:spPr>
            <a:xfrm>
              <a:off x="5245825" y="1435050"/>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35D74"/>
                </a:solidFill>
                <a:latin typeface="Arial"/>
                <a:ea typeface="Arial"/>
                <a:cs typeface="Arial"/>
                <a:sym typeface="Arial"/>
              </a:endParaRPr>
            </a:p>
          </p:txBody>
        </p:sp>
      </p:grpSp>
      <p:grpSp>
        <p:nvGrpSpPr>
          <p:cNvPr id="920" name="Google Shape;920;g354010766f9_0_1"/>
          <p:cNvGrpSpPr/>
          <p:nvPr/>
        </p:nvGrpSpPr>
        <p:grpSpPr>
          <a:xfrm>
            <a:off x="7119530" y="500716"/>
            <a:ext cx="657414" cy="657257"/>
            <a:chOff x="5642475" y="1435075"/>
            <a:chExt cx="481975" cy="481825"/>
          </a:xfrm>
        </p:grpSpPr>
        <p:sp>
          <p:nvSpPr>
            <p:cNvPr id="921" name="Google Shape;921;g354010766f9_0_1"/>
            <p:cNvSpPr/>
            <p:nvPr/>
          </p:nvSpPr>
          <p:spPr>
            <a:xfrm>
              <a:off x="5642475" y="1435075"/>
              <a:ext cx="481975" cy="340675"/>
            </a:xfrm>
            <a:custGeom>
              <a:avLst/>
              <a:gdLst/>
              <a:ahLst/>
              <a:cxnLst/>
              <a:rect l="l" t="t" r="r" b="b"/>
              <a:pathLst>
                <a:path w="19279" h="13627" extrusionOk="0">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35D74"/>
                </a:solidFill>
                <a:latin typeface="Arial"/>
                <a:ea typeface="Arial"/>
                <a:cs typeface="Arial"/>
                <a:sym typeface="Arial"/>
              </a:endParaRPr>
            </a:p>
          </p:txBody>
        </p:sp>
        <p:sp>
          <p:nvSpPr>
            <p:cNvPr id="922" name="Google Shape;922;g354010766f9_0_1"/>
            <p:cNvSpPr/>
            <p:nvPr/>
          </p:nvSpPr>
          <p:spPr>
            <a:xfrm>
              <a:off x="5756375" y="1803975"/>
              <a:ext cx="254100" cy="112925"/>
            </a:xfrm>
            <a:custGeom>
              <a:avLst/>
              <a:gdLst/>
              <a:ahLst/>
              <a:cxnLst/>
              <a:rect l="l" t="t" r="r" b="b"/>
              <a:pathLst>
                <a:path w="10164" h="4517" extrusionOk="0">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35D74"/>
                </a:solidFill>
                <a:latin typeface="Arial"/>
                <a:ea typeface="Arial"/>
                <a:cs typeface="Arial"/>
                <a:sym typeface="Arial"/>
              </a:endParaRPr>
            </a:p>
          </p:txBody>
        </p:sp>
        <p:sp>
          <p:nvSpPr>
            <p:cNvPr id="923" name="Google Shape;923;g354010766f9_0_1"/>
            <p:cNvSpPr/>
            <p:nvPr/>
          </p:nvSpPr>
          <p:spPr>
            <a:xfrm>
              <a:off x="5843400" y="1537550"/>
              <a:ext cx="79975" cy="76125"/>
            </a:xfrm>
            <a:custGeom>
              <a:avLst/>
              <a:gdLst/>
              <a:ahLst/>
              <a:cxnLst/>
              <a:rect l="l" t="t" r="r" b="b"/>
              <a:pathLst>
                <a:path w="3199" h="3045" extrusionOk="0">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35D74"/>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p4"/>
          <p:cNvSpPr txBox="1">
            <a:spLocks noGrp="1"/>
          </p:cNvSpPr>
          <p:nvPr>
            <p:ph type="title"/>
          </p:nvPr>
        </p:nvSpPr>
        <p:spPr>
          <a:xfrm>
            <a:off x="666900" y="1105200"/>
            <a:ext cx="7810200" cy="973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solidFill>
                  <a:schemeClr val="accent1"/>
                </a:solidFill>
              </a:rPr>
              <a:t>Projekta Mērķis</a:t>
            </a:r>
            <a:endParaRPr>
              <a:solidFill>
                <a:schemeClr val="accent1"/>
              </a:solidFill>
            </a:endParaRPr>
          </a:p>
        </p:txBody>
      </p:sp>
      <p:sp>
        <p:nvSpPr>
          <p:cNvPr id="929" name="Google Shape;929;p4"/>
          <p:cNvSpPr txBox="1">
            <a:spLocks noGrp="1"/>
          </p:cNvSpPr>
          <p:nvPr>
            <p:ph type="subTitle" idx="1"/>
          </p:nvPr>
        </p:nvSpPr>
        <p:spPr>
          <a:xfrm>
            <a:off x="1514700" y="1861450"/>
            <a:ext cx="6114600" cy="1959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800"/>
              <a:t>Projekta galvenais mērķis ir izveidot funkcionālu un mūsdienīgu mājaslapu Latvijas rallija čempionātam, kas piedāvātu lietotājiem ērtu piekļuvi sacensību informācijai, jaunākajām ziņām, rezultātiem un citiem ar ralliju saistītiem materiāliem, savukārt administratoram nodrošinātu ērtu pārvaldības paneli visu datu rediģēšanai un uzturēšanai.</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g354010766f9_0_24"/>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Uzdevumi</a:t>
            </a:r>
            <a:endParaRPr/>
          </a:p>
        </p:txBody>
      </p:sp>
      <p:sp>
        <p:nvSpPr>
          <p:cNvPr id="935" name="Google Shape;935;g354010766f9_0_24"/>
          <p:cNvSpPr txBox="1">
            <a:spLocks noGrp="1"/>
          </p:cNvSpPr>
          <p:nvPr>
            <p:ph type="subTitle" idx="1"/>
          </p:nvPr>
        </p:nvSpPr>
        <p:spPr>
          <a:xfrm>
            <a:off x="946675" y="2435284"/>
            <a:ext cx="3255600" cy="4290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a:t>3.</a:t>
            </a:r>
            <a:endParaRPr/>
          </a:p>
        </p:txBody>
      </p:sp>
      <p:sp>
        <p:nvSpPr>
          <p:cNvPr id="936" name="Google Shape;936;g354010766f9_0_24"/>
          <p:cNvSpPr txBox="1">
            <a:spLocks noGrp="1"/>
          </p:cNvSpPr>
          <p:nvPr>
            <p:ph type="subTitle" idx="2"/>
          </p:nvPr>
        </p:nvSpPr>
        <p:spPr>
          <a:xfrm>
            <a:off x="946675" y="2732175"/>
            <a:ext cx="3660600" cy="700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r>
              <a:rPr lang="en" sz="1800"/>
              <a:t>Izstrādāt servera loģikas, datu veidošanai, atjaunošanai u.c.</a:t>
            </a:r>
            <a:endParaRPr sz="1800"/>
          </a:p>
        </p:txBody>
      </p:sp>
      <p:sp>
        <p:nvSpPr>
          <p:cNvPr id="937" name="Google Shape;937;g354010766f9_0_24"/>
          <p:cNvSpPr txBox="1">
            <a:spLocks noGrp="1"/>
          </p:cNvSpPr>
          <p:nvPr>
            <p:ph type="subTitle" idx="4"/>
          </p:nvPr>
        </p:nvSpPr>
        <p:spPr>
          <a:xfrm>
            <a:off x="946675" y="1600050"/>
            <a:ext cx="3660600" cy="700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r>
              <a:rPr lang="en" sz="1800"/>
              <a:t>Izveidot lietotājam draudzīgu un ērti pieejamu mājaslapu.</a:t>
            </a:r>
            <a:endParaRPr sz="1800"/>
          </a:p>
        </p:txBody>
      </p:sp>
      <p:sp>
        <p:nvSpPr>
          <p:cNvPr id="938" name="Google Shape;938;g354010766f9_0_24"/>
          <p:cNvSpPr txBox="1">
            <a:spLocks noGrp="1"/>
          </p:cNvSpPr>
          <p:nvPr>
            <p:ph type="subTitle" idx="3"/>
          </p:nvPr>
        </p:nvSpPr>
        <p:spPr>
          <a:xfrm>
            <a:off x="946675" y="1303161"/>
            <a:ext cx="3255600" cy="4290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a:t>1.</a:t>
            </a:r>
            <a:endParaRPr/>
          </a:p>
        </p:txBody>
      </p:sp>
      <p:sp>
        <p:nvSpPr>
          <p:cNvPr id="939" name="Google Shape;939;g354010766f9_0_24"/>
          <p:cNvSpPr txBox="1">
            <a:spLocks noGrp="1"/>
          </p:cNvSpPr>
          <p:nvPr>
            <p:ph type="subTitle" idx="7"/>
          </p:nvPr>
        </p:nvSpPr>
        <p:spPr>
          <a:xfrm>
            <a:off x="4941725" y="2435284"/>
            <a:ext cx="3255600" cy="4290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a:t>4.</a:t>
            </a:r>
            <a:endParaRPr/>
          </a:p>
        </p:txBody>
      </p:sp>
      <p:sp>
        <p:nvSpPr>
          <p:cNvPr id="940" name="Google Shape;940;g354010766f9_0_24"/>
          <p:cNvSpPr txBox="1">
            <a:spLocks noGrp="1"/>
          </p:cNvSpPr>
          <p:nvPr>
            <p:ph type="subTitle" idx="8"/>
          </p:nvPr>
        </p:nvSpPr>
        <p:spPr>
          <a:xfrm>
            <a:off x="4941725" y="2732175"/>
            <a:ext cx="3489300" cy="700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r>
              <a:rPr lang="en" sz="1800"/>
              <a:t>Pielāgot mājaslapu mobilajām ierīcēm ar responsīvu dizainu.</a:t>
            </a:r>
            <a:endParaRPr sz="1800"/>
          </a:p>
        </p:txBody>
      </p:sp>
      <p:sp>
        <p:nvSpPr>
          <p:cNvPr id="941" name="Google Shape;941;g354010766f9_0_24"/>
          <p:cNvSpPr txBox="1">
            <a:spLocks noGrp="1"/>
          </p:cNvSpPr>
          <p:nvPr>
            <p:ph type="subTitle" idx="9"/>
          </p:nvPr>
        </p:nvSpPr>
        <p:spPr>
          <a:xfrm>
            <a:off x="4941725" y="1303161"/>
            <a:ext cx="3255600" cy="4290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a:t>2.</a:t>
            </a:r>
            <a:endParaRPr/>
          </a:p>
        </p:txBody>
      </p:sp>
      <p:sp>
        <p:nvSpPr>
          <p:cNvPr id="942" name="Google Shape;942;g354010766f9_0_24"/>
          <p:cNvSpPr txBox="1">
            <a:spLocks noGrp="1"/>
          </p:cNvSpPr>
          <p:nvPr>
            <p:ph type="subTitle" idx="13"/>
          </p:nvPr>
        </p:nvSpPr>
        <p:spPr>
          <a:xfrm>
            <a:off x="4941725" y="1600050"/>
            <a:ext cx="3489300" cy="700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r>
              <a:rPr lang="en" sz="1800"/>
              <a:t>Izstrādāt datubāzi sacensību un lietotāju datu pārvaldībai.</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g354010766f9_0_41"/>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Uzdevumi</a:t>
            </a:r>
            <a:endParaRPr/>
          </a:p>
        </p:txBody>
      </p:sp>
      <p:sp>
        <p:nvSpPr>
          <p:cNvPr id="948" name="Google Shape;948;g354010766f9_0_41"/>
          <p:cNvSpPr txBox="1">
            <a:spLocks noGrp="1"/>
          </p:cNvSpPr>
          <p:nvPr>
            <p:ph type="subTitle" idx="1"/>
          </p:nvPr>
        </p:nvSpPr>
        <p:spPr>
          <a:xfrm>
            <a:off x="946675" y="2691834"/>
            <a:ext cx="3255600" cy="4290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a:t>7.</a:t>
            </a:r>
            <a:endParaRPr/>
          </a:p>
        </p:txBody>
      </p:sp>
      <p:sp>
        <p:nvSpPr>
          <p:cNvPr id="949" name="Google Shape;949;g354010766f9_0_41"/>
          <p:cNvSpPr txBox="1">
            <a:spLocks noGrp="1"/>
          </p:cNvSpPr>
          <p:nvPr>
            <p:ph type="subTitle" idx="2"/>
          </p:nvPr>
        </p:nvSpPr>
        <p:spPr>
          <a:xfrm>
            <a:off x="946675" y="2999000"/>
            <a:ext cx="3684000" cy="700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r>
              <a:rPr lang="en" sz="1800"/>
              <a:t>Izstrādāt loģiku ralliju rezultātu un čempionāta punktu aprēķinam.</a:t>
            </a:r>
            <a:endParaRPr sz="1800"/>
          </a:p>
        </p:txBody>
      </p:sp>
      <p:sp>
        <p:nvSpPr>
          <p:cNvPr id="950" name="Google Shape;950;g354010766f9_0_41"/>
          <p:cNvSpPr txBox="1">
            <a:spLocks noGrp="1"/>
          </p:cNvSpPr>
          <p:nvPr>
            <p:ph type="subTitle" idx="4"/>
          </p:nvPr>
        </p:nvSpPr>
        <p:spPr>
          <a:xfrm>
            <a:off x="946675" y="1600050"/>
            <a:ext cx="3684000" cy="70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1200"/>
              <a:buNone/>
            </a:pPr>
            <a:r>
              <a:rPr lang="en" sz="1800"/>
              <a:t>Testēt sistēmu un labot kļūdas ar automatizētiem un manuāliem rīkiem.</a:t>
            </a:r>
            <a:endParaRPr sz="1800"/>
          </a:p>
        </p:txBody>
      </p:sp>
      <p:sp>
        <p:nvSpPr>
          <p:cNvPr id="951" name="Google Shape;951;g354010766f9_0_41"/>
          <p:cNvSpPr txBox="1">
            <a:spLocks noGrp="1"/>
          </p:cNvSpPr>
          <p:nvPr>
            <p:ph type="subTitle" idx="3"/>
          </p:nvPr>
        </p:nvSpPr>
        <p:spPr>
          <a:xfrm>
            <a:off x="946675" y="1303161"/>
            <a:ext cx="3255600" cy="4290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a:t>5.</a:t>
            </a:r>
            <a:endParaRPr/>
          </a:p>
        </p:txBody>
      </p:sp>
      <p:sp>
        <p:nvSpPr>
          <p:cNvPr id="952" name="Google Shape;952;g354010766f9_0_41"/>
          <p:cNvSpPr txBox="1">
            <a:spLocks noGrp="1"/>
          </p:cNvSpPr>
          <p:nvPr>
            <p:ph type="subTitle" idx="9"/>
          </p:nvPr>
        </p:nvSpPr>
        <p:spPr>
          <a:xfrm>
            <a:off x="4941725" y="1303161"/>
            <a:ext cx="3255600" cy="4290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a:t>6.</a:t>
            </a:r>
            <a:endParaRPr/>
          </a:p>
        </p:txBody>
      </p:sp>
      <p:sp>
        <p:nvSpPr>
          <p:cNvPr id="953" name="Google Shape;953;g354010766f9_0_41"/>
          <p:cNvSpPr txBox="1">
            <a:spLocks noGrp="1"/>
          </p:cNvSpPr>
          <p:nvPr>
            <p:ph type="subTitle" idx="13"/>
          </p:nvPr>
        </p:nvSpPr>
        <p:spPr>
          <a:xfrm>
            <a:off x="4941725" y="1600050"/>
            <a:ext cx="3651600" cy="70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1200"/>
              <a:buNone/>
            </a:pPr>
            <a:r>
              <a:rPr lang="en" sz="1800"/>
              <a:t>Izveidot ērtu administratora paneli satura un datu pārvaldībai.</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g354010766f9_0_57"/>
          <p:cNvSpPr txBox="1">
            <a:spLocks noGrp="1"/>
          </p:cNvSpPr>
          <p:nvPr>
            <p:ph type="title"/>
          </p:nvPr>
        </p:nvSpPr>
        <p:spPr>
          <a:xfrm>
            <a:off x="3815275" y="1114775"/>
            <a:ext cx="4615500" cy="1620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400"/>
              <a:buNone/>
            </a:pPr>
            <a:r>
              <a:rPr lang="en" sz="3000"/>
              <a:t>Literatūras apskats un variantu salīdzinājums</a:t>
            </a:r>
            <a:endParaRPr sz="3000"/>
          </a:p>
        </p:txBody>
      </p:sp>
      <p:pic>
        <p:nvPicPr>
          <p:cNvPr id="959" name="Google Shape;959;g354010766f9_0_57"/>
          <p:cNvPicPr preferRelativeResize="0">
            <a:picLocks noGrp="1"/>
          </p:cNvPicPr>
          <p:nvPr>
            <p:ph type="pic" idx="3"/>
          </p:nvPr>
        </p:nvPicPr>
        <p:blipFill rotWithShape="1">
          <a:blip r:embed="rId3">
            <a:alphaModFix/>
          </a:blip>
          <a:srcRect l="189" r="179"/>
          <a:stretch/>
        </p:blipFill>
        <p:spPr>
          <a:xfrm>
            <a:off x="713093" y="1245900"/>
            <a:ext cx="2651700" cy="2651700"/>
          </a:xfrm>
          <a:prstGeom prst="ellipse">
            <a:avLst/>
          </a:prstGeom>
          <a:noFill/>
          <a:ln w="19050" cap="flat" cmpd="sng">
            <a:solidFill>
              <a:schemeClr val="lt1"/>
            </a:solidFill>
            <a:prstDash val="solid"/>
            <a:round/>
            <a:headEnd type="none" w="sm" len="sm"/>
            <a:tailEnd type="none" w="sm" len="sm"/>
          </a:ln>
        </p:spPr>
      </p:pic>
      <p:sp>
        <p:nvSpPr>
          <p:cNvPr id="960" name="Google Shape;960;g354010766f9_0_57"/>
          <p:cNvSpPr txBox="1">
            <a:spLocks noGrp="1"/>
          </p:cNvSpPr>
          <p:nvPr>
            <p:ph type="title"/>
          </p:nvPr>
        </p:nvSpPr>
        <p:spPr>
          <a:xfrm>
            <a:off x="3815275" y="2665700"/>
            <a:ext cx="4615500" cy="1141500"/>
          </a:xfrm>
          <a:prstGeom prst="rect">
            <a:avLst/>
          </a:prstGeom>
          <a:noFill/>
          <a:ln>
            <a:noFill/>
          </a:ln>
        </p:spPr>
        <p:txBody>
          <a:bodyPr spcFirstLastPara="1" wrap="square" lIns="91425" tIns="91425" rIns="91425" bIns="91425" anchor="ctr" anchorCtr="0">
            <a:noAutofit/>
          </a:bodyPr>
          <a:lstStyle/>
          <a:p>
            <a:pPr marL="457200" lvl="0" indent="-355600" algn="l" rtl="0">
              <a:lnSpc>
                <a:spcPct val="100000"/>
              </a:lnSpc>
              <a:spcBef>
                <a:spcPts val="0"/>
              </a:spcBef>
              <a:spcAft>
                <a:spcPts val="0"/>
              </a:spcAft>
              <a:buClr>
                <a:schemeClr val="accent1"/>
              </a:buClr>
              <a:buSzPts val="2000"/>
              <a:buAutoNum type="arabicPeriod"/>
            </a:pPr>
            <a:r>
              <a:rPr lang="en" sz="2000">
                <a:solidFill>
                  <a:schemeClr val="accent1"/>
                </a:solidFill>
              </a:rPr>
              <a:t>Latvijas rallija mājaslapa</a:t>
            </a:r>
            <a:endParaRPr sz="2000">
              <a:solidFill>
                <a:schemeClr val="accent1"/>
              </a:solidFill>
            </a:endParaRPr>
          </a:p>
          <a:p>
            <a:pPr marL="457200" lvl="0" indent="-355600" algn="l" rtl="0">
              <a:lnSpc>
                <a:spcPct val="100000"/>
              </a:lnSpc>
              <a:spcBef>
                <a:spcPts val="0"/>
              </a:spcBef>
              <a:spcAft>
                <a:spcPts val="0"/>
              </a:spcAft>
              <a:buClr>
                <a:schemeClr val="accent2"/>
              </a:buClr>
              <a:buSzPts val="2000"/>
              <a:buAutoNum type="arabicPeriod"/>
            </a:pPr>
            <a:r>
              <a:rPr lang="en" sz="2000">
                <a:solidFill>
                  <a:schemeClr val="accent2"/>
                </a:solidFill>
              </a:rPr>
              <a:t>Pasaules rallija mājaslapa</a:t>
            </a:r>
            <a:endParaRPr sz="2000">
              <a:solidFill>
                <a:schemeClr val="accent2"/>
              </a:solidFill>
            </a:endParaRPr>
          </a:p>
        </p:txBody>
      </p:sp>
      <p:pic>
        <p:nvPicPr>
          <p:cNvPr id="961" name="Google Shape;961;g354010766f9_0_57" title="Cropped_Image (2).png"/>
          <p:cNvPicPr preferRelativeResize="0"/>
          <p:nvPr/>
        </p:nvPicPr>
        <p:blipFill>
          <a:blip r:embed="rId4">
            <a:alphaModFix/>
          </a:blip>
          <a:stretch>
            <a:fillRect/>
          </a:stretch>
        </p:blipFill>
        <p:spPr>
          <a:xfrm>
            <a:off x="713100" y="1245900"/>
            <a:ext cx="2651700" cy="2651700"/>
          </a:xfrm>
          <a:prstGeom prst="ellipse">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g354010766f9_0_982"/>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solidFill>
                  <a:schemeClr val="accent1"/>
                </a:solidFill>
              </a:rPr>
              <a:t>Salīdzinājums ar Autorally.lv</a:t>
            </a:r>
            <a:endParaRPr>
              <a:solidFill>
                <a:schemeClr val="accent1"/>
              </a:solidFill>
            </a:endParaRPr>
          </a:p>
        </p:txBody>
      </p:sp>
      <p:sp>
        <p:nvSpPr>
          <p:cNvPr id="967" name="Google Shape;967;g354010766f9_0_982"/>
          <p:cNvSpPr txBox="1">
            <a:spLocks noGrp="1"/>
          </p:cNvSpPr>
          <p:nvPr>
            <p:ph type="subTitle" idx="4"/>
          </p:nvPr>
        </p:nvSpPr>
        <p:spPr>
          <a:xfrm>
            <a:off x="1221000" y="1800225"/>
            <a:ext cx="6702000" cy="1624200"/>
          </a:xfrm>
          <a:prstGeom prst="rect">
            <a:avLst/>
          </a:prstGeom>
          <a:noFill/>
          <a:ln>
            <a:noFill/>
          </a:ln>
        </p:spPr>
        <p:txBody>
          <a:bodyPr spcFirstLastPara="1" wrap="square" lIns="91425" tIns="91425" rIns="91425" bIns="91425" anchor="t" anchorCtr="0">
            <a:noAutofit/>
          </a:bodyPr>
          <a:lstStyle/>
          <a:p>
            <a:pPr marL="457200" lvl="0" indent="-361950" algn="l" rtl="0">
              <a:lnSpc>
                <a:spcPct val="100000"/>
              </a:lnSpc>
              <a:spcBef>
                <a:spcPts val="0"/>
              </a:spcBef>
              <a:spcAft>
                <a:spcPts val="0"/>
              </a:spcAft>
              <a:buClr>
                <a:schemeClr val="lt1"/>
              </a:buClr>
              <a:buSzPts val="2100"/>
              <a:buChar char="●"/>
            </a:pPr>
            <a:r>
              <a:rPr lang="en" sz="2100"/>
              <a:t>Novecojis un neērts dizains</a:t>
            </a:r>
            <a:endParaRPr sz="2100"/>
          </a:p>
          <a:p>
            <a:pPr marL="457200" lvl="0" indent="-361950" algn="l" rtl="0">
              <a:lnSpc>
                <a:spcPct val="100000"/>
              </a:lnSpc>
              <a:spcBef>
                <a:spcPts val="0"/>
              </a:spcBef>
              <a:spcAft>
                <a:spcPts val="0"/>
              </a:spcAft>
              <a:buClr>
                <a:schemeClr val="lt1"/>
              </a:buClr>
              <a:buSzPts val="2100"/>
              <a:buChar char="●"/>
            </a:pPr>
            <a:r>
              <a:rPr lang="en" sz="2100"/>
              <a:t>Nepilnīga sacensību rezultātu šķirošanas sistēma</a:t>
            </a:r>
            <a:endParaRPr sz="2100"/>
          </a:p>
          <a:p>
            <a:pPr marL="457200" lvl="0" indent="-361950" algn="l" rtl="0">
              <a:lnSpc>
                <a:spcPct val="100000"/>
              </a:lnSpc>
              <a:spcBef>
                <a:spcPts val="0"/>
              </a:spcBef>
              <a:spcAft>
                <a:spcPts val="0"/>
              </a:spcAft>
              <a:buClr>
                <a:schemeClr val="lt1"/>
              </a:buClr>
              <a:buSzPts val="2100"/>
              <a:buChar char="●"/>
            </a:pPr>
            <a:r>
              <a:rPr lang="en" sz="2100"/>
              <a:t>Reaģējoša dizaina trūkums mobilajām ierīcēm</a:t>
            </a:r>
            <a:endParaRPr sz="2100"/>
          </a:p>
          <a:p>
            <a:pPr marL="457200" lvl="0" indent="-361950" algn="l" rtl="0">
              <a:lnSpc>
                <a:spcPct val="100000"/>
              </a:lnSpc>
              <a:spcBef>
                <a:spcPts val="0"/>
              </a:spcBef>
              <a:spcAft>
                <a:spcPts val="0"/>
              </a:spcAft>
              <a:buClr>
                <a:schemeClr val="lt1"/>
              </a:buClr>
              <a:buSzPts val="2100"/>
              <a:buChar char="●"/>
            </a:pPr>
            <a:r>
              <a:rPr lang="en" sz="2100"/>
              <a:t>Sarežģīta navigācija</a:t>
            </a:r>
            <a:endParaRPr sz="2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pic>
        <p:nvPicPr>
          <p:cNvPr id="972" name="Google Shape;972;g354010766f9_0_1010"/>
          <p:cNvPicPr preferRelativeResize="0"/>
          <p:nvPr/>
        </p:nvPicPr>
        <p:blipFill>
          <a:blip r:embed="rId3">
            <a:alphaModFix/>
          </a:blip>
          <a:stretch>
            <a:fillRect/>
          </a:stretch>
        </p:blipFill>
        <p:spPr>
          <a:xfrm>
            <a:off x="89775" y="1240575"/>
            <a:ext cx="4419599" cy="2766562"/>
          </a:xfrm>
          <a:prstGeom prst="rect">
            <a:avLst/>
          </a:prstGeom>
          <a:noFill/>
          <a:ln>
            <a:noFill/>
          </a:ln>
        </p:spPr>
      </p:pic>
      <p:sp>
        <p:nvSpPr>
          <p:cNvPr id="973" name="Google Shape;973;g354010766f9_0_1010"/>
          <p:cNvSpPr txBox="1">
            <a:spLocks noGrp="1"/>
          </p:cNvSpPr>
          <p:nvPr>
            <p:ph type="title"/>
          </p:nvPr>
        </p:nvSpPr>
        <p:spPr>
          <a:xfrm>
            <a:off x="2171100" y="598475"/>
            <a:ext cx="4801800" cy="58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Salīdzinājums - Jaunumi</a:t>
            </a:r>
            <a:endParaRPr/>
          </a:p>
        </p:txBody>
      </p:sp>
      <p:pic>
        <p:nvPicPr>
          <p:cNvPr id="974" name="Google Shape;974;g354010766f9_0_1010"/>
          <p:cNvPicPr preferRelativeResize="0"/>
          <p:nvPr/>
        </p:nvPicPr>
        <p:blipFill>
          <a:blip r:embed="rId4"/>
          <a:srcRect/>
          <a:stretch/>
        </p:blipFill>
        <p:spPr>
          <a:xfrm>
            <a:off x="4634625" y="1240834"/>
            <a:ext cx="4419599" cy="276600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71">
          <a:extLst>
            <a:ext uri="{FF2B5EF4-FFF2-40B4-BE49-F238E27FC236}">
              <a16:creationId xmlns:a16="http://schemas.microsoft.com/office/drawing/2014/main" id="{EDC43A56-82A0-CEF5-1586-44334B896499}"/>
            </a:ext>
          </a:extLst>
        </p:cNvPr>
        <p:cNvGrpSpPr/>
        <p:nvPr/>
      </p:nvGrpSpPr>
      <p:grpSpPr>
        <a:xfrm>
          <a:off x="0" y="0"/>
          <a:ext cx="0" cy="0"/>
          <a:chOff x="0" y="0"/>
          <a:chExt cx="0" cy="0"/>
        </a:xfrm>
      </p:grpSpPr>
      <p:pic>
        <p:nvPicPr>
          <p:cNvPr id="972" name="Google Shape;972;g354010766f9_0_1010">
            <a:extLst>
              <a:ext uri="{FF2B5EF4-FFF2-40B4-BE49-F238E27FC236}">
                <a16:creationId xmlns:a16="http://schemas.microsoft.com/office/drawing/2014/main" id="{040B61DE-FB1C-7B85-A351-CA0DC4084C5D}"/>
              </a:ext>
            </a:extLst>
          </p:cNvPr>
          <p:cNvPicPr preferRelativeResize="0"/>
          <p:nvPr/>
        </p:nvPicPr>
        <p:blipFill>
          <a:blip r:embed="rId3">
            <a:alphaModFix/>
          </a:blip>
          <a:stretch>
            <a:fillRect/>
          </a:stretch>
        </p:blipFill>
        <p:spPr>
          <a:xfrm>
            <a:off x="987115" y="327699"/>
            <a:ext cx="7169769" cy="4488102"/>
          </a:xfrm>
          <a:prstGeom prst="rect">
            <a:avLst/>
          </a:prstGeom>
          <a:noFill/>
          <a:ln>
            <a:noFill/>
          </a:ln>
        </p:spPr>
      </p:pic>
      <p:sp>
        <p:nvSpPr>
          <p:cNvPr id="973" name="Google Shape;973;g354010766f9_0_1010">
            <a:extLst>
              <a:ext uri="{FF2B5EF4-FFF2-40B4-BE49-F238E27FC236}">
                <a16:creationId xmlns:a16="http://schemas.microsoft.com/office/drawing/2014/main" id="{019C8467-072B-55ED-6685-7DAAD7A6088B}"/>
              </a:ext>
            </a:extLst>
          </p:cNvPr>
          <p:cNvSpPr txBox="1">
            <a:spLocks noGrp="1"/>
          </p:cNvSpPr>
          <p:nvPr>
            <p:ph type="title"/>
          </p:nvPr>
        </p:nvSpPr>
        <p:spPr>
          <a:xfrm>
            <a:off x="2171100" y="-737956"/>
            <a:ext cx="4801800" cy="58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dirty="0" err="1"/>
              <a:t>Salīdzinājums</a:t>
            </a:r>
            <a:r>
              <a:rPr lang="en" dirty="0"/>
              <a:t> - </a:t>
            </a:r>
            <a:r>
              <a:rPr lang="en" dirty="0" err="1"/>
              <a:t>Jaunumi</a:t>
            </a:r>
            <a:endParaRPr dirty="0"/>
          </a:p>
        </p:txBody>
      </p:sp>
      <p:pic>
        <p:nvPicPr>
          <p:cNvPr id="974" name="Google Shape;974;g354010766f9_0_1010">
            <a:extLst>
              <a:ext uri="{FF2B5EF4-FFF2-40B4-BE49-F238E27FC236}">
                <a16:creationId xmlns:a16="http://schemas.microsoft.com/office/drawing/2014/main" id="{B619F446-8003-48CD-AE91-A499E077C3F4}"/>
              </a:ext>
            </a:extLst>
          </p:cNvPr>
          <p:cNvPicPr preferRelativeResize="0"/>
          <p:nvPr/>
        </p:nvPicPr>
        <p:blipFill>
          <a:blip r:embed="rId4"/>
          <a:srcRect/>
          <a:stretch/>
        </p:blipFill>
        <p:spPr>
          <a:xfrm>
            <a:off x="9566949" y="328139"/>
            <a:ext cx="7169800" cy="4487221"/>
          </a:xfrm>
          <a:prstGeom prst="rect">
            <a:avLst/>
          </a:prstGeom>
          <a:noFill/>
          <a:ln>
            <a:noFill/>
          </a:ln>
        </p:spPr>
      </p:pic>
    </p:spTree>
    <p:extLst>
      <p:ext uri="{BB962C8B-B14F-4D97-AF65-F5344CB8AC3E}">
        <p14:creationId xmlns:p14="http://schemas.microsoft.com/office/powerpoint/2010/main" val="149958571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71">
          <a:extLst>
            <a:ext uri="{FF2B5EF4-FFF2-40B4-BE49-F238E27FC236}">
              <a16:creationId xmlns:a16="http://schemas.microsoft.com/office/drawing/2014/main" id="{5C94D0BE-2CEC-A7C8-969B-86ED02F1A4B0}"/>
            </a:ext>
          </a:extLst>
        </p:cNvPr>
        <p:cNvGrpSpPr/>
        <p:nvPr/>
      </p:nvGrpSpPr>
      <p:grpSpPr>
        <a:xfrm>
          <a:off x="0" y="0"/>
          <a:ext cx="0" cy="0"/>
          <a:chOff x="0" y="0"/>
          <a:chExt cx="0" cy="0"/>
        </a:xfrm>
      </p:grpSpPr>
      <p:pic>
        <p:nvPicPr>
          <p:cNvPr id="972" name="Google Shape;972;g354010766f9_0_1010">
            <a:extLst>
              <a:ext uri="{FF2B5EF4-FFF2-40B4-BE49-F238E27FC236}">
                <a16:creationId xmlns:a16="http://schemas.microsoft.com/office/drawing/2014/main" id="{63ECA4D9-58D1-01D7-2EAD-D150F73BA145}"/>
              </a:ext>
            </a:extLst>
          </p:cNvPr>
          <p:cNvPicPr preferRelativeResize="0"/>
          <p:nvPr/>
        </p:nvPicPr>
        <p:blipFill>
          <a:blip r:embed="rId3">
            <a:alphaModFix/>
          </a:blip>
          <a:stretch>
            <a:fillRect/>
          </a:stretch>
        </p:blipFill>
        <p:spPr>
          <a:xfrm>
            <a:off x="-7789562" y="327699"/>
            <a:ext cx="7169769" cy="4488102"/>
          </a:xfrm>
          <a:prstGeom prst="rect">
            <a:avLst/>
          </a:prstGeom>
          <a:noFill/>
          <a:ln>
            <a:noFill/>
          </a:ln>
        </p:spPr>
      </p:pic>
      <p:sp>
        <p:nvSpPr>
          <p:cNvPr id="973" name="Google Shape;973;g354010766f9_0_1010">
            <a:extLst>
              <a:ext uri="{FF2B5EF4-FFF2-40B4-BE49-F238E27FC236}">
                <a16:creationId xmlns:a16="http://schemas.microsoft.com/office/drawing/2014/main" id="{D307A851-5F00-DC9A-4F3A-20417011375A}"/>
              </a:ext>
            </a:extLst>
          </p:cNvPr>
          <p:cNvSpPr txBox="1">
            <a:spLocks noGrp="1"/>
          </p:cNvSpPr>
          <p:nvPr>
            <p:ph type="title"/>
          </p:nvPr>
        </p:nvSpPr>
        <p:spPr>
          <a:xfrm>
            <a:off x="2171100" y="-737956"/>
            <a:ext cx="4801800" cy="58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dirty="0" err="1"/>
              <a:t>Salīdzinājums</a:t>
            </a:r>
            <a:r>
              <a:rPr lang="en" dirty="0"/>
              <a:t> - </a:t>
            </a:r>
            <a:r>
              <a:rPr lang="en" dirty="0" err="1"/>
              <a:t>Jaunumi</a:t>
            </a:r>
            <a:endParaRPr dirty="0"/>
          </a:p>
        </p:txBody>
      </p:sp>
      <p:pic>
        <p:nvPicPr>
          <p:cNvPr id="974" name="Google Shape;974;g354010766f9_0_1010">
            <a:extLst>
              <a:ext uri="{FF2B5EF4-FFF2-40B4-BE49-F238E27FC236}">
                <a16:creationId xmlns:a16="http://schemas.microsoft.com/office/drawing/2014/main" id="{0A8848A4-82D3-0B2C-0CAD-F12BC32F73DF}"/>
              </a:ext>
            </a:extLst>
          </p:cNvPr>
          <p:cNvPicPr preferRelativeResize="0"/>
          <p:nvPr/>
        </p:nvPicPr>
        <p:blipFill>
          <a:blip r:embed="rId4"/>
          <a:srcRect/>
          <a:stretch/>
        </p:blipFill>
        <p:spPr>
          <a:xfrm>
            <a:off x="987115" y="328159"/>
            <a:ext cx="7169769" cy="4487202"/>
          </a:xfrm>
          <a:prstGeom prst="rect">
            <a:avLst/>
          </a:prstGeom>
          <a:noFill/>
          <a:ln>
            <a:noFill/>
          </a:ln>
        </p:spPr>
      </p:pic>
    </p:spTree>
    <p:extLst>
      <p:ext uri="{BB962C8B-B14F-4D97-AF65-F5344CB8AC3E}">
        <p14:creationId xmlns:p14="http://schemas.microsoft.com/office/powerpoint/2010/main" val="218878556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g354010766f9_0_1020"/>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dirty="0" err="1"/>
              <a:t>Salīdzinājums</a:t>
            </a:r>
            <a:r>
              <a:rPr lang="en" dirty="0"/>
              <a:t> - </a:t>
            </a:r>
            <a:r>
              <a:rPr lang="en" dirty="0" err="1"/>
              <a:t>Dalībnieki</a:t>
            </a:r>
            <a:endParaRPr dirty="0"/>
          </a:p>
        </p:txBody>
      </p:sp>
      <p:pic>
        <p:nvPicPr>
          <p:cNvPr id="980" name="Google Shape;980;g354010766f9_0_1020"/>
          <p:cNvPicPr preferRelativeResize="0"/>
          <p:nvPr/>
        </p:nvPicPr>
        <p:blipFill>
          <a:blip r:embed="rId3">
            <a:alphaModFix/>
          </a:blip>
          <a:stretch>
            <a:fillRect/>
          </a:stretch>
        </p:blipFill>
        <p:spPr>
          <a:xfrm>
            <a:off x="143475" y="1268663"/>
            <a:ext cx="4329825" cy="2710369"/>
          </a:xfrm>
          <a:prstGeom prst="rect">
            <a:avLst/>
          </a:prstGeom>
          <a:noFill/>
          <a:ln>
            <a:noFill/>
          </a:ln>
        </p:spPr>
      </p:pic>
      <p:pic>
        <p:nvPicPr>
          <p:cNvPr id="981" name="Google Shape;981;g354010766f9_0_1020"/>
          <p:cNvPicPr preferRelativeResize="0"/>
          <p:nvPr/>
        </p:nvPicPr>
        <p:blipFill>
          <a:blip r:embed="rId4"/>
          <a:srcRect/>
          <a:stretch/>
        </p:blipFill>
        <p:spPr>
          <a:xfrm>
            <a:off x="4625700" y="1257651"/>
            <a:ext cx="4365901" cy="2732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78">
          <a:extLst>
            <a:ext uri="{FF2B5EF4-FFF2-40B4-BE49-F238E27FC236}">
              <a16:creationId xmlns:a16="http://schemas.microsoft.com/office/drawing/2014/main" id="{63DCFF1B-5854-F595-2223-5BD3C091A2F6}"/>
            </a:ext>
          </a:extLst>
        </p:cNvPr>
        <p:cNvGrpSpPr/>
        <p:nvPr/>
      </p:nvGrpSpPr>
      <p:grpSpPr>
        <a:xfrm>
          <a:off x="0" y="0"/>
          <a:ext cx="0" cy="0"/>
          <a:chOff x="0" y="0"/>
          <a:chExt cx="0" cy="0"/>
        </a:xfrm>
      </p:grpSpPr>
      <p:sp>
        <p:nvSpPr>
          <p:cNvPr id="979" name="Google Shape;979;g354010766f9_0_1020">
            <a:extLst>
              <a:ext uri="{FF2B5EF4-FFF2-40B4-BE49-F238E27FC236}">
                <a16:creationId xmlns:a16="http://schemas.microsoft.com/office/drawing/2014/main" id="{DFDC81A4-4C7A-35E6-41F6-9494690D018E}"/>
              </a:ext>
            </a:extLst>
          </p:cNvPr>
          <p:cNvSpPr txBox="1">
            <a:spLocks noGrp="1"/>
          </p:cNvSpPr>
          <p:nvPr>
            <p:ph type="title"/>
          </p:nvPr>
        </p:nvSpPr>
        <p:spPr>
          <a:xfrm>
            <a:off x="713100" y="-1004450"/>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dirty="0" err="1"/>
              <a:t>Salīdzinājums</a:t>
            </a:r>
            <a:r>
              <a:rPr lang="en" dirty="0"/>
              <a:t> - </a:t>
            </a:r>
            <a:r>
              <a:rPr lang="en" dirty="0" err="1"/>
              <a:t>Dalībnieki</a:t>
            </a:r>
            <a:endParaRPr dirty="0"/>
          </a:p>
        </p:txBody>
      </p:sp>
      <p:pic>
        <p:nvPicPr>
          <p:cNvPr id="980" name="Google Shape;980;g354010766f9_0_1020">
            <a:extLst>
              <a:ext uri="{FF2B5EF4-FFF2-40B4-BE49-F238E27FC236}">
                <a16:creationId xmlns:a16="http://schemas.microsoft.com/office/drawing/2014/main" id="{3A82797F-AE05-AD3E-746A-DA977FF5CD85}"/>
              </a:ext>
            </a:extLst>
          </p:cNvPr>
          <p:cNvPicPr preferRelativeResize="0"/>
          <p:nvPr/>
        </p:nvPicPr>
        <p:blipFill>
          <a:blip r:embed="rId3">
            <a:alphaModFix/>
          </a:blip>
          <a:stretch>
            <a:fillRect/>
          </a:stretch>
        </p:blipFill>
        <p:spPr>
          <a:xfrm>
            <a:off x="987115" y="327699"/>
            <a:ext cx="7169769" cy="4488107"/>
          </a:xfrm>
          <a:prstGeom prst="rect">
            <a:avLst/>
          </a:prstGeom>
          <a:noFill/>
          <a:ln>
            <a:noFill/>
          </a:ln>
        </p:spPr>
      </p:pic>
      <p:pic>
        <p:nvPicPr>
          <p:cNvPr id="981" name="Google Shape;981;g354010766f9_0_1020">
            <a:extLst>
              <a:ext uri="{FF2B5EF4-FFF2-40B4-BE49-F238E27FC236}">
                <a16:creationId xmlns:a16="http://schemas.microsoft.com/office/drawing/2014/main" id="{960BB1CE-D600-1A3E-BE7A-0C186D6ABC16}"/>
              </a:ext>
            </a:extLst>
          </p:cNvPr>
          <p:cNvPicPr preferRelativeResize="0"/>
          <p:nvPr/>
        </p:nvPicPr>
        <p:blipFill>
          <a:blip r:embed="rId4"/>
          <a:srcRect/>
          <a:stretch/>
        </p:blipFill>
        <p:spPr>
          <a:xfrm>
            <a:off x="9620738" y="327697"/>
            <a:ext cx="7171214" cy="4488106"/>
          </a:xfrm>
          <a:prstGeom prst="rect">
            <a:avLst/>
          </a:prstGeom>
          <a:noFill/>
          <a:ln>
            <a:noFill/>
          </a:ln>
        </p:spPr>
      </p:pic>
    </p:spTree>
    <p:extLst>
      <p:ext uri="{BB962C8B-B14F-4D97-AF65-F5344CB8AC3E}">
        <p14:creationId xmlns:p14="http://schemas.microsoft.com/office/powerpoint/2010/main" val="182340256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8">
          <a:extLst>
            <a:ext uri="{FF2B5EF4-FFF2-40B4-BE49-F238E27FC236}">
              <a16:creationId xmlns:a16="http://schemas.microsoft.com/office/drawing/2014/main" id="{A04F8525-C5B6-8CD0-5219-3F219215810B}"/>
            </a:ext>
          </a:extLst>
        </p:cNvPr>
        <p:cNvGrpSpPr/>
        <p:nvPr/>
      </p:nvGrpSpPr>
      <p:grpSpPr>
        <a:xfrm>
          <a:off x="0" y="0"/>
          <a:ext cx="0" cy="0"/>
          <a:chOff x="0" y="0"/>
          <a:chExt cx="0" cy="0"/>
        </a:xfrm>
      </p:grpSpPr>
      <p:sp>
        <p:nvSpPr>
          <p:cNvPr id="979" name="Google Shape;979;g354010766f9_0_1020">
            <a:extLst>
              <a:ext uri="{FF2B5EF4-FFF2-40B4-BE49-F238E27FC236}">
                <a16:creationId xmlns:a16="http://schemas.microsoft.com/office/drawing/2014/main" id="{F4C31E2F-62A1-422F-7CD8-A09E11763544}"/>
              </a:ext>
            </a:extLst>
          </p:cNvPr>
          <p:cNvSpPr txBox="1">
            <a:spLocks noGrp="1"/>
          </p:cNvSpPr>
          <p:nvPr>
            <p:ph type="title"/>
          </p:nvPr>
        </p:nvSpPr>
        <p:spPr>
          <a:xfrm>
            <a:off x="713100" y="-1004450"/>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dirty="0" err="1"/>
              <a:t>Salīdzinājums</a:t>
            </a:r>
            <a:r>
              <a:rPr lang="en" dirty="0"/>
              <a:t> - </a:t>
            </a:r>
            <a:r>
              <a:rPr lang="en" dirty="0" err="1"/>
              <a:t>Dalībnieki</a:t>
            </a:r>
            <a:endParaRPr dirty="0"/>
          </a:p>
        </p:txBody>
      </p:sp>
      <p:pic>
        <p:nvPicPr>
          <p:cNvPr id="980" name="Google Shape;980;g354010766f9_0_1020">
            <a:extLst>
              <a:ext uri="{FF2B5EF4-FFF2-40B4-BE49-F238E27FC236}">
                <a16:creationId xmlns:a16="http://schemas.microsoft.com/office/drawing/2014/main" id="{2868FA68-4D59-23A8-1F6A-95976C242821}"/>
              </a:ext>
            </a:extLst>
          </p:cNvPr>
          <p:cNvPicPr preferRelativeResize="0"/>
          <p:nvPr/>
        </p:nvPicPr>
        <p:blipFill>
          <a:blip r:embed="rId3">
            <a:alphaModFix/>
          </a:blip>
          <a:stretch>
            <a:fillRect/>
          </a:stretch>
        </p:blipFill>
        <p:spPr>
          <a:xfrm>
            <a:off x="-7694369" y="327693"/>
            <a:ext cx="7169769" cy="4488107"/>
          </a:xfrm>
          <a:prstGeom prst="rect">
            <a:avLst/>
          </a:prstGeom>
          <a:noFill/>
          <a:ln>
            <a:noFill/>
          </a:ln>
        </p:spPr>
      </p:pic>
      <p:pic>
        <p:nvPicPr>
          <p:cNvPr id="981" name="Google Shape;981;g354010766f9_0_1020">
            <a:extLst>
              <a:ext uri="{FF2B5EF4-FFF2-40B4-BE49-F238E27FC236}">
                <a16:creationId xmlns:a16="http://schemas.microsoft.com/office/drawing/2014/main" id="{F9204C88-EFC5-BFE1-D721-C910C4AF249B}"/>
              </a:ext>
            </a:extLst>
          </p:cNvPr>
          <p:cNvPicPr preferRelativeResize="0"/>
          <p:nvPr/>
        </p:nvPicPr>
        <p:blipFill>
          <a:blip r:embed="rId4"/>
          <a:srcRect/>
          <a:stretch/>
        </p:blipFill>
        <p:spPr>
          <a:xfrm>
            <a:off x="986393" y="327693"/>
            <a:ext cx="7171214" cy="4488106"/>
          </a:xfrm>
          <a:prstGeom prst="rect">
            <a:avLst/>
          </a:prstGeom>
          <a:noFill/>
          <a:ln>
            <a:noFill/>
          </a:ln>
        </p:spPr>
      </p:pic>
    </p:spTree>
    <p:extLst>
      <p:ext uri="{BB962C8B-B14F-4D97-AF65-F5344CB8AC3E}">
        <p14:creationId xmlns:p14="http://schemas.microsoft.com/office/powerpoint/2010/main" val="310886726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g354010766f9_0_1049"/>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solidFill>
                  <a:schemeClr val="accent2"/>
                </a:solidFill>
              </a:rPr>
              <a:t>Salīdzinājums ar WRC.com</a:t>
            </a:r>
            <a:endParaRPr>
              <a:solidFill>
                <a:schemeClr val="accent2"/>
              </a:solidFill>
            </a:endParaRPr>
          </a:p>
        </p:txBody>
      </p:sp>
      <p:sp>
        <p:nvSpPr>
          <p:cNvPr id="987" name="Google Shape;987;g354010766f9_0_1049"/>
          <p:cNvSpPr txBox="1">
            <a:spLocks noGrp="1"/>
          </p:cNvSpPr>
          <p:nvPr>
            <p:ph type="subTitle" idx="4"/>
          </p:nvPr>
        </p:nvSpPr>
        <p:spPr>
          <a:xfrm>
            <a:off x="1441050" y="1532625"/>
            <a:ext cx="6261900" cy="2750700"/>
          </a:xfrm>
          <a:prstGeom prst="rect">
            <a:avLst/>
          </a:prstGeom>
          <a:noFill/>
          <a:ln>
            <a:noFill/>
          </a:ln>
        </p:spPr>
        <p:txBody>
          <a:bodyPr spcFirstLastPara="1" wrap="square" lIns="91425" tIns="91425" rIns="91425" bIns="91425" anchor="t" anchorCtr="0">
            <a:noAutofit/>
          </a:bodyPr>
          <a:lstStyle/>
          <a:p>
            <a:pPr marL="457200" lvl="0" indent="-361950" algn="l" rtl="0">
              <a:lnSpc>
                <a:spcPct val="100000"/>
              </a:lnSpc>
              <a:spcBef>
                <a:spcPts val="0"/>
              </a:spcBef>
              <a:spcAft>
                <a:spcPts val="0"/>
              </a:spcAft>
              <a:buClr>
                <a:schemeClr val="lt1"/>
              </a:buClr>
              <a:buSzPts val="2100"/>
              <a:buChar char="●"/>
            </a:pPr>
            <a:r>
              <a:rPr lang="en" sz="2100" dirty="0"/>
              <a:t>Moderns dizains un </a:t>
            </a:r>
            <a:r>
              <a:rPr lang="en" sz="2100" dirty="0" err="1"/>
              <a:t>viegla</a:t>
            </a:r>
            <a:r>
              <a:rPr lang="en" sz="2100" dirty="0"/>
              <a:t> </a:t>
            </a:r>
            <a:r>
              <a:rPr lang="en" sz="2100" dirty="0" err="1"/>
              <a:t>piekļuve</a:t>
            </a:r>
            <a:r>
              <a:rPr lang="en" sz="2100" dirty="0"/>
              <a:t> </a:t>
            </a:r>
            <a:r>
              <a:rPr lang="en" sz="2100" dirty="0" err="1"/>
              <a:t>saturam</a:t>
            </a:r>
            <a:endParaRPr sz="2100" dirty="0"/>
          </a:p>
          <a:p>
            <a:pPr marL="457200" lvl="0" indent="-361950" algn="l" rtl="0">
              <a:lnSpc>
                <a:spcPct val="100000"/>
              </a:lnSpc>
              <a:spcBef>
                <a:spcPts val="0"/>
              </a:spcBef>
              <a:spcAft>
                <a:spcPts val="0"/>
              </a:spcAft>
              <a:buClr>
                <a:schemeClr val="lt1"/>
              </a:buClr>
              <a:buSzPts val="2100"/>
              <a:buChar char="●"/>
            </a:pPr>
            <a:r>
              <a:rPr lang="en" sz="2100" dirty="0" err="1"/>
              <a:t>Reaģējoša</a:t>
            </a:r>
            <a:r>
              <a:rPr lang="en" sz="2100" dirty="0"/>
              <a:t>, </a:t>
            </a:r>
            <a:r>
              <a:rPr lang="en" sz="2100" dirty="0" err="1"/>
              <a:t>pielāgota</a:t>
            </a:r>
            <a:r>
              <a:rPr lang="en" sz="2100" dirty="0"/>
              <a:t> </a:t>
            </a:r>
            <a:r>
              <a:rPr lang="en" sz="2100" dirty="0" err="1"/>
              <a:t>dažādām</a:t>
            </a:r>
            <a:r>
              <a:rPr lang="en" sz="2100" dirty="0"/>
              <a:t> </a:t>
            </a:r>
            <a:r>
              <a:rPr lang="en" sz="2100" dirty="0" err="1"/>
              <a:t>ierīcēm</a:t>
            </a:r>
            <a:endParaRPr sz="2100" dirty="0"/>
          </a:p>
          <a:p>
            <a:pPr marL="457200" lvl="0" indent="-361950" algn="l" rtl="0">
              <a:lnSpc>
                <a:spcPct val="100000"/>
              </a:lnSpc>
              <a:spcBef>
                <a:spcPts val="0"/>
              </a:spcBef>
              <a:spcAft>
                <a:spcPts val="0"/>
              </a:spcAft>
              <a:buClr>
                <a:schemeClr val="lt1"/>
              </a:buClr>
              <a:buSzPts val="2100"/>
              <a:buChar char="●"/>
            </a:pPr>
            <a:r>
              <a:rPr lang="en" sz="2100" dirty="0" err="1"/>
              <a:t>Detalizēti</a:t>
            </a:r>
            <a:r>
              <a:rPr lang="en" sz="2100" dirty="0"/>
              <a:t> </a:t>
            </a:r>
            <a:r>
              <a:rPr lang="en" sz="2100" dirty="0" err="1"/>
              <a:t>komandu</a:t>
            </a:r>
            <a:r>
              <a:rPr lang="en" sz="2100" dirty="0"/>
              <a:t> un </a:t>
            </a:r>
            <a:r>
              <a:rPr lang="en" sz="2100" dirty="0" err="1"/>
              <a:t>ekipāžu</a:t>
            </a:r>
            <a:r>
              <a:rPr lang="en" sz="2100" dirty="0"/>
              <a:t> </a:t>
            </a:r>
            <a:r>
              <a:rPr lang="en" sz="2100" dirty="0" err="1"/>
              <a:t>apraksti</a:t>
            </a:r>
            <a:endParaRPr sz="2100" dirty="0"/>
          </a:p>
          <a:p>
            <a:pPr marL="457200" lvl="0" indent="-361950" algn="l" rtl="0">
              <a:lnSpc>
                <a:spcPct val="100000"/>
              </a:lnSpc>
              <a:spcBef>
                <a:spcPts val="0"/>
              </a:spcBef>
              <a:spcAft>
                <a:spcPts val="0"/>
              </a:spcAft>
              <a:buClr>
                <a:schemeClr val="lt1"/>
              </a:buClr>
              <a:buSzPts val="2100"/>
              <a:buChar char="●"/>
            </a:pPr>
            <a:r>
              <a:rPr lang="en" sz="2100" dirty="0" err="1"/>
              <a:t>Oficiālais</a:t>
            </a:r>
            <a:r>
              <a:rPr lang="en" sz="2100" dirty="0"/>
              <a:t> </a:t>
            </a:r>
            <a:r>
              <a:rPr lang="en" sz="2100" dirty="0" err="1"/>
              <a:t>suvenīru</a:t>
            </a:r>
            <a:r>
              <a:rPr lang="en" sz="2100" dirty="0"/>
              <a:t> </a:t>
            </a:r>
            <a:r>
              <a:rPr lang="en" sz="2100" dirty="0" err="1"/>
              <a:t>veikals</a:t>
            </a:r>
            <a:endParaRPr sz="2100" dirty="0"/>
          </a:p>
          <a:p>
            <a:pPr marL="457200" lvl="0" indent="-361950" algn="l" rtl="0">
              <a:lnSpc>
                <a:spcPct val="100000"/>
              </a:lnSpc>
              <a:spcBef>
                <a:spcPts val="0"/>
              </a:spcBef>
              <a:spcAft>
                <a:spcPts val="0"/>
              </a:spcAft>
              <a:buClr>
                <a:schemeClr val="lt1"/>
              </a:buClr>
              <a:buSzPts val="2100"/>
              <a:buChar char="●"/>
            </a:pPr>
            <a:r>
              <a:rPr lang="en" sz="2100" dirty="0" err="1"/>
              <a:t>Tiešraides</a:t>
            </a:r>
            <a:r>
              <a:rPr lang="en" sz="2100" dirty="0"/>
              <a:t> video un </a:t>
            </a:r>
            <a:r>
              <a:rPr lang="en" sz="2100" dirty="0" err="1"/>
              <a:t>rezultāti</a:t>
            </a:r>
            <a:r>
              <a:rPr lang="en" sz="2100" dirty="0"/>
              <a:t> no </a:t>
            </a:r>
            <a:r>
              <a:rPr lang="en" sz="2100" dirty="0" err="1"/>
              <a:t>dopiem</a:t>
            </a:r>
            <a:endParaRPr sz="2100" dirty="0"/>
          </a:p>
          <a:p>
            <a:pPr marL="0" lvl="0" indent="0" algn="ctr" rtl="0">
              <a:lnSpc>
                <a:spcPct val="100000"/>
              </a:lnSpc>
              <a:spcBef>
                <a:spcPts val="0"/>
              </a:spcBef>
              <a:spcAft>
                <a:spcPts val="0"/>
              </a:spcAft>
              <a:buSzPts val="1200"/>
              <a:buNone/>
            </a:pPr>
            <a:endParaRPr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g354010766f9_0_1054"/>
          <p:cNvSpPr txBox="1">
            <a:spLocks noGrp="1"/>
          </p:cNvSpPr>
          <p:nvPr>
            <p:ph type="title"/>
          </p:nvPr>
        </p:nvSpPr>
        <p:spPr>
          <a:xfrm>
            <a:off x="2171100" y="598475"/>
            <a:ext cx="4801800" cy="58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Salīdzinājums - Rezultāti</a:t>
            </a:r>
            <a:endParaRPr/>
          </a:p>
        </p:txBody>
      </p:sp>
      <p:pic>
        <p:nvPicPr>
          <p:cNvPr id="993" name="Google Shape;993;g354010766f9_0_1054"/>
          <p:cNvPicPr preferRelativeResize="0"/>
          <p:nvPr/>
        </p:nvPicPr>
        <p:blipFill>
          <a:blip r:embed="rId3"/>
          <a:srcRect/>
          <a:stretch/>
        </p:blipFill>
        <p:spPr>
          <a:xfrm>
            <a:off x="134525" y="1271735"/>
            <a:ext cx="4320900" cy="2704236"/>
          </a:xfrm>
          <a:prstGeom prst="rect">
            <a:avLst/>
          </a:prstGeom>
          <a:noFill/>
          <a:ln>
            <a:noFill/>
          </a:ln>
        </p:spPr>
      </p:pic>
      <p:pic>
        <p:nvPicPr>
          <p:cNvPr id="994" name="Google Shape;994;g354010766f9_0_1054"/>
          <p:cNvPicPr preferRelativeResize="0"/>
          <p:nvPr/>
        </p:nvPicPr>
        <p:blipFill>
          <a:blip r:embed="rId4">
            <a:alphaModFix/>
          </a:blip>
          <a:stretch>
            <a:fillRect/>
          </a:stretch>
        </p:blipFill>
        <p:spPr>
          <a:xfrm>
            <a:off x="4652575" y="1251775"/>
            <a:ext cx="4383775" cy="274414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91">
          <a:extLst>
            <a:ext uri="{FF2B5EF4-FFF2-40B4-BE49-F238E27FC236}">
              <a16:creationId xmlns:a16="http://schemas.microsoft.com/office/drawing/2014/main" id="{2556D1A4-C6D1-EAA2-4480-DC514231FF58}"/>
            </a:ext>
          </a:extLst>
        </p:cNvPr>
        <p:cNvGrpSpPr/>
        <p:nvPr/>
      </p:nvGrpSpPr>
      <p:grpSpPr>
        <a:xfrm>
          <a:off x="0" y="0"/>
          <a:ext cx="0" cy="0"/>
          <a:chOff x="0" y="0"/>
          <a:chExt cx="0" cy="0"/>
        </a:xfrm>
      </p:grpSpPr>
      <p:sp>
        <p:nvSpPr>
          <p:cNvPr id="992" name="Google Shape;992;g354010766f9_0_1054">
            <a:extLst>
              <a:ext uri="{FF2B5EF4-FFF2-40B4-BE49-F238E27FC236}">
                <a16:creationId xmlns:a16="http://schemas.microsoft.com/office/drawing/2014/main" id="{A2CB339B-BC19-C501-C274-7A8B80BD33AB}"/>
              </a:ext>
            </a:extLst>
          </p:cNvPr>
          <p:cNvSpPr txBox="1">
            <a:spLocks noGrp="1"/>
          </p:cNvSpPr>
          <p:nvPr>
            <p:ph type="title"/>
          </p:nvPr>
        </p:nvSpPr>
        <p:spPr>
          <a:xfrm>
            <a:off x="2171100" y="-830562"/>
            <a:ext cx="4801800" cy="58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dirty="0" err="1"/>
              <a:t>Salīdzinājums</a:t>
            </a:r>
            <a:r>
              <a:rPr lang="en" dirty="0"/>
              <a:t> - </a:t>
            </a:r>
            <a:r>
              <a:rPr lang="en" dirty="0" err="1"/>
              <a:t>Rezultāti</a:t>
            </a:r>
            <a:endParaRPr dirty="0"/>
          </a:p>
        </p:txBody>
      </p:sp>
      <p:pic>
        <p:nvPicPr>
          <p:cNvPr id="993" name="Google Shape;993;g354010766f9_0_1054">
            <a:extLst>
              <a:ext uri="{FF2B5EF4-FFF2-40B4-BE49-F238E27FC236}">
                <a16:creationId xmlns:a16="http://schemas.microsoft.com/office/drawing/2014/main" id="{03347EFE-2FC4-0D0E-DCD8-5C1256925E01}"/>
              </a:ext>
            </a:extLst>
          </p:cNvPr>
          <p:cNvPicPr preferRelativeResize="0"/>
          <p:nvPr/>
        </p:nvPicPr>
        <p:blipFill>
          <a:blip r:embed="rId3"/>
          <a:srcRect/>
          <a:stretch/>
        </p:blipFill>
        <p:spPr>
          <a:xfrm>
            <a:off x="986392" y="331022"/>
            <a:ext cx="7160569" cy="4481444"/>
          </a:xfrm>
          <a:prstGeom prst="rect">
            <a:avLst/>
          </a:prstGeom>
          <a:noFill/>
          <a:ln>
            <a:noFill/>
          </a:ln>
        </p:spPr>
      </p:pic>
      <p:pic>
        <p:nvPicPr>
          <p:cNvPr id="994" name="Google Shape;994;g354010766f9_0_1054">
            <a:extLst>
              <a:ext uri="{FF2B5EF4-FFF2-40B4-BE49-F238E27FC236}">
                <a16:creationId xmlns:a16="http://schemas.microsoft.com/office/drawing/2014/main" id="{14958DD5-C605-7F54-EA08-0A3D37D00330}"/>
              </a:ext>
            </a:extLst>
          </p:cNvPr>
          <p:cNvPicPr preferRelativeResize="0"/>
          <p:nvPr/>
        </p:nvPicPr>
        <p:blipFill>
          <a:blip r:embed="rId4">
            <a:alphaModFix/>
          </a:blip>
          <a:stretch>
            <a:fillRect/>
          </a:stretch>
        </p:blipFill>
        <p:spPr>
          <a:xfrm>
            <a:off x="9547070" y="331022"/>
            <a:ext cx="7159125" cy="4481444"/>
          </a:xfrm>
          <a:prstGeom prst="rect">
            <a:avLst/>
          </a:prstGeom>
          <a:noFill/>
          <a:ln>
            <a:noFill/>
          </a:ln>
        </p:spPr>
      </p:pic>
    </p:spTree>
    <p:extLst>
      <p:ext uri="{BB962C8B-B14F-4D97-AF65-F5344CB8AC3E}">
        <p14:creationId xmlns:p14="http://schemas.microsoft.com/office/powerpoint/2010/main" val="333240372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91">
          <a:extLst>
            <a:ext uri="{FF2B5EF4-FFF2-40B4-BE49-F238E27FC236}">
              <a16:creationId xmlns:a16="http://schemas.microsoft.com/office/drawing/2014/main" id="{4E66136B-D880-9237-A912-2CC7E3F3FA73}"/>
            </a:ext>
          </a:extLst>
        </p:cNvPr>
        <p:cNvGrpSpPr/>
        <p:nvPr/>
      </p:nvGrpSpPr>
      <p:grpSpPr>
        <a:xfrm>
          <a:off x="0" y="0"/>
          <a:ext cx="0" cy="0"/>
          <a:chOff x="0" y="0"/>
          <a:chExt cx="0" cy="0"/>
        </a:xfrm>
      </p:grpSpPr>
      <p:sp>
        <p:nvSpPr>
          <p:cNvPr id="992" name="Google Shape;992;g354010766f9_0_1054">
            <a:extLst>
              <a:ext uri="{FF2B5EF4-FFF2-40B4-BE49-F238E27FC236}">
                <a16:creationId xmlns:a16="http://schemas.microsoft.com/office/drawing/2014/main" id="{2A922813-82FD-5549-9B1C-3DD323487960}"/>
              </a:ext>
            </a:extLst>
          </p:cNvPr>
          <p:cNvSpPr txBox="1">
            <a:spLocks noGrp="1"/>
          </p:cNvSpPr>
          <p:nvPr>
            <p:ph type="title"/>
          </p:nvPr>
        </p:nvSpPr>
        <p:spPr>
          <a:xfrm>
            <a:off x="2171100" y="-830562"/>
            <a:ext cx="4801800" cy="58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dirty="0" err="1"/>
              <a:t>Salīdzinājums</a:t>
            </a:r>
            <a:r>
              <a:rPr lang="en" dirty="0"/>
              <a:t> - </a:t>
            </a:r>
            <a:r>
              <a:rPr lang="en" dirty="0" err="1"/>
              <a:t>Rezultāti</a:t>
            </a:r>
            <a:endParaRPr dirty="0"/>
          </a:p>
        </p:txBody>
      </p:sp>
      <p:pic>
        <p:nvPicPr>
          <p:cNvPr id="993" name="Google Shape;993;g354010766f9_0_1054">
            <a:extLst>
              <a:ext uri="{FF2B5EF4-FFF2-40B4-BE49-F238E27FC236}">
                <a16:creationId xmlns:a16="http://schemas.microsoft.com/office/drawing/2014/main" id="{F2464964-1C8B-98BE-678F-27DFFDE29698}"/>
              </a:ext>
            </a:extLst>
          </p:cNvPr>
          <p:cNvPicPr preferRelativeResize="0"/>
          <p:nvPr/>
        </p:nvPicPr>
        <p:blipFill>
          <a:blip r:embed="rId3"/>
          <a:srcRect/>
          <a:stretch/>
        </p:blipFill>
        <p:spPr>
          <a:xfrm>
            <a:off x="-7602715" y="331022"/>
            <a:ext cx="7160569" cy="4481444"/>
          </a:xfrm>
          <a:prstGeom prst="rect">
            <a:avLst/>
          </a:prstGeom>
          <a:noFill/>
          <a:ln>
            <a:noFill/>
          </a:ln>
        </p:spPr>
      </p:pic>
      <p:pic>
        <p:nvPicPr>
          <p:cNvPr id="994" name="Google Shape;994;g354010766f9_0_1054">
            <a:extLst>
              <a:ext uri="{FF2B5EF4-FFF2-40B4-BE49-F238E27FC236}">
                <a16:creationId xmlns:a16="http://schemas.microsoft.com/office/drawing/2014/main" id="{0C8F45C3-0DB9-5238-3AF9-3A2BD1FCC48F}"/>
              </a:ext>
            </a:extLst>
          </p:cNvPr>
          <p:cNvPicPr preferRelativeResize="0"/>
          <p:nvPr/>
        </p:nvPicPr>
        <p:blipFill>
          <a:blip r:embed="rId4">
            <a:alphaModFix/>
          </a:blip>
          <a:stretch>
            <a:fillRect/>
          </a:stretch>
        </p:blipFill>
        <p:spPr>
          <a:xfrm>
            <a:off x="992437" y="331022"/>
            <a:ext cx="7159125" cy="4481444"/>
          </a:xfrm>
          <a:prstGeom prst="rect">
            <a:avLst/>
          </a:prstGeom>
          <a:noFill/>
          <a:ln>
            <a:noFill/>
          </a:ln>
        </p:spPr>
      </p:pic>
    </p:spTree>
    <p:extLst>
      <p:ext uri="{BB962C8B-B14F-4D97-AF65-F5344CB8AC3E}">
        <p14:creationId xmlns:p14="http://schemas.microsoft.com/office/powerpoint/2010/main" val="261738246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g354010766f9_0_1062"/>
          <p:cNvSpPr txBox="1">
            <a:spLocks noGrp="1"/>
          </p:cNvSpPr>
          <p:nvPr>
            <p:ph type="title"/>
          </p:nvPr>
        </p:nvSpPr>
        <p:spPr>
          <a:xfrm>
            <a:off x="713100" y="177546"/>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Salīdzinājuma Tabula</a:t>
            </a:r>
            <a:endParaRPr/>
          </a:p>
        </p:txBody>
      </p:sp>
      <p:graphicFrame>
        <p:nvGraphicFramePr>
          <p:cNvPr id="1000" name="Google Shape;1000;g354010766f9_0_1062"/>
          <p:cNvGraphicFramePr/>
          <p:nvPr/>
        </p:nvGraphicFramePr>
        <p:xfrm>
          <a:off x="781688" y="826971"/>
          <a:ext cx="7580625" cy="4040200"/>
        </p:xfrm>
        <a:graphic>
          <a:graphicData uri="http://schemas.openxmlformats.org/drawingml/2006/table">
            <a:tbl>
              <a:tblPr>
                <a:noFill/>
                <a:tableStyleId>{21FA7378-C184-4F61-92EC-3E32C5E77C85}</a:tableStyleId>
              </a:tblPr>
              <a:tblGrid>
                <a:gridCol w="2058825">
                  <a:extLst>
                    <a:ext uri="{9D8B030D-6E8A-4147-A177-3AD203B41FA5}">
                      <a16:colId xmlns:a16="http://schemas.microsoft.com/office/drawing/2014/main" val="20000"/>
                    </a:ext>
                  </a:extLst>
                </a:gridCol>
                <a:gridCol w="1658725">
                  <a:extLst>
                    <a:ext uri="{9D8B030D-6E8A-4147-A177-3AD203B41FA5}">
                      <a16:colId xmlns:a16="http://schemas.microsoft.com/office/drawing/2014/main" val="20001"/>
                    </a:ext>
                  </a:extLst>
                </a:gridCol>
                <a:gridCol w="1658725">
                  <a:extLst>
                    <a:ext uri="{9D8B030D-6E8A-4147-A177-3AD203B41FA5}">
                      <a16:colId xmlns:a16="http://schemas.microsoft.com/office/drawing/2014/main" val="20002"/>
                    </a:ext>
                  </a:extLst>
                </a:gridCol>
                <a:gridCol w="2204350">
                  <a:extLst>
                    <a:ext uri="{9D8B030D-6E8A-4147-A177-3AD203B41FA5}">
                      <a16:colId xmlns:a16="http://schemas.microsoft.com/office/drawing/2014/main" val="20003"/>
                    </a:ext>
                  </a:extLst>
                </a:gridCol>
              </a:tblGrid>
              <a:tr h="594325">
                <a:tc>
                  <a:txBody>
                    <a:bodyPr/>
                    <a:lstStyle/>
                    <a:p>
                      <a:pPr marL="0" marR="0" lvl="0" indent="0" algn="l" rtl="0">
                        <a:lnSpc>
                          <a:spcPct val="100000"/>
                        </a:lnSpc>
                        <a:spcBef>
                          <a:spcPts val="0"/>
                        </a:spcBef>
                        <a:spcAft>
                          <a:spcPts val="0"/>
                        </a:spcAft>
                        <a:buClr>
                          <a:srgbClr val="000000"/>
                        </a:buClr>
                        <a:buSzPts val="1400"/>
                        <a:buFont typeface="Arial"/>
                        <a:buNone/>
                      </a:pPr>
                      <a:r>
                        <a:rPr lang="en">
                          <a:solidFill>
                            <a:schemeClr val="lt1"/>
                          </a:solidFill>
                          <a:latin typeface="Russo One"/>
                          <a:ea typeface="Russo One"/>
                          <a:cs typeface="Russo One"/>
                          <a:sym typeface="Russo One"/>
                        </a:rPr>
                        <a:t>Funkcijas</a:t>
                      </a:r>
                      <a:endParaRPr>
                        <a:solidFill>
                          <a:schemeClr val="lt1"/>
                        </a:solidFill>
                        <a:latin typeface="Russo One"/>
                        <a:ea typeface="Russo One"/>
                        <a:cs typeface="Russo One"/>
                        <a:sym typeface="Russo One"/>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a:solidFill>
                            <a:schemeClr val="lt1"/>
                          </a:solidFill>
                          <a:latin typeface="Russo One"/>
                          <a:ea typeface="Russo One"/>
                          <a:cs typeface="Russo One"/>
                          <a:sym typeface="Russo One"/>
                        </a:rPr>
                        <a:t>autorally.lv</a:t>
                      </a:r>
                      <a:endParaRPr>
                        <a:solidFill>
                          <a:schemeClr val="lt1"/>
                        </a:solidFill>
                        <a:latin typeface="Russo One"/>
                        <a:ea typeface="Russo One"/>
                        <a:cs typeface="Russo One"/>
                        <a:sym typeface="Russo One"/>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a:solidFill>
                            <a:schemeClr val="lt1"/>
                          </a:solidFill>
                          <a:latin typeface="Russo One"/>
                          <a:ea typeface="Russo One"/>
                          <a:cs typeface="Russo One"/>
                          <a:sym typeface="Russo One"/>
                        </a:rPr>
                        <a:t>wrc.com</a:t>
                      </a:r>
                      <a:endParaRPr>
                        <a:solidFill>
                          <a:schemeClr val="lt1"/>
                        </a:solidFill>
                        <a:latin typeface="Russo One"/>
                        <a:ea typeface="Russo One"/>
                        <a:cs typeface="Russo One"/>
                        <a:sym typeface="Russo One"/>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a:solidFill>
                            <a:schemeClr val="lt1"/>
                          </a:solidFill>
                          <a:latin typeface="Russo One"/>
                          <a:ea typeface="Russo One"/>
                          <a:cs typeface="Russo One"/>
                          <a:sym typeface="Russo One"/>
                        </a:rPr>
                        <a:t>Latvija rallija mājaslapa (jaun.)</a:t>
                      </a:r>
                      <a:endParaRPr>
                        <a:solidFill>
                          <a:schemeClr val="lt1"/>
                        </a:solidFill>
                        <a:latin typeface="Russo One"/>
                        <a:ea typeface="Russo One"/>
                        <a:cs typeface="Russo One"/>
                        <a:sym typeface="Russo One"/>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extLst>
                  <a:ext uri="{0D108BD9-81ED-4DB2-BD59-A6C34878D82A}">
                    <a16:rowId xmlns:a16="http://schemas.microsoft.com/office/drawing/2014/main" val="10000"/>
                  </a:ext>
                </a:extLst>
              </a:tr>
              <a:tr h="356575">
                <a:tc>
                  <a:txBody>
                    <a:bodyPr/>
                    <a:lstStyle/>
                    <a:p>
                      <a:pPr marL="0" marR="0" lvl="0" indent="0" algn="l" rtl="0">
                        <a:lnSpc>
                          <a:spcPct val="100000"/>
                        </a:lnSpc>
                        <a:spcBef>
                          <a:spcPts val="0"/>
                        </a:spcBef>
                        <a:spcAft>
                          <a:spcPts val="0"/>
                        </a:spcAft>
                        <a:buClr>
                          <a:srgbClr val="000000"/>
                        </a:buClr>
                        <a:buSzPts val="1200"/>
                        <a:buFont typeface="Arial"/>
                        <a:buNone/>
                      </a:pPr>
                      <a:r>
                        <a:rPr lang="en" sz="1200">
                          <a:solidFill>
                            <a:schemeClr val="lt1"/>
                          </a:solidFill>
                          <a:latin typeface="Russo One"/>
                          <a:ea typeface="Russo One"/>
                          <a:cs typeface="Russo One"/>
                          <a:sym typeface="Russo One"/>
                        </a:rPr>
                        <a:t>Moderns dizains</a:t>
                      </a:r>
                      <a:endParaRPr sz="1200">
                        <a:solidFill>
                          <a:schemeClr val="lt1"/>
                        </a:solidFill>
                        <a:latin typeface="Russo One"/>
                        <a:ea typeface="Russo One"/>
                        <a:cs typeface="Russo One"/>
                        <a:sym typeface="Russo One"/>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800" b="1">
                          <a:solidFill>
                            <a:srgbClr val="FF0000"/>
                          </a:solidFill>
                          <a:latin typeface="Barlow"/>
                          <a:ea typeface="Barlow"/>
                          <a:cs typeface="Barlow"/>
                          <a:sym typeface="Barlow"/>
                        </a:rPr>
                        <a:t>-</a:t>
                      </a:r>
                      <a:endParaRPr sz="1800" b="1" u="none" strike="noStrike" cap="none">
                        <a:solidFill>
                          <a:srgbClr val="FF00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Clr>
                          <a:srgbClr val="000000"/>
                        </a:buClr>
                        <a:buSzPts val="1200"/>
                        <a:buFont typeface="Arial"/>
                        <a:buNone/>
                      </a:pPr>
                      <a:r>
                        <a:rPr lang="en" sz="1800" b="1">
                          <a:solidFill>
                            <a:srgbClr val="00FF00"/>
                          </a:solidFill>
                          <a:latin typeface="Barlow"/>
                          <a:ea typeface="Barlow"/>
                          <a:cs typeface="Barlow"/>
                          <a:sym typeface="Barlow"/>
                        </a:rPr>
                        <a:t>+</a:t>
                      </a:r>
                      <a:endParaRPr sz="1800" b="1" u="none" strike="noStrike" cap="none">
                        <a:solidFill>
                          <a:srgbClr val="00FF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Clr>
                          <a:srgbClr val="000000"/>
                        </a:buClr>
                        <a:buSzPts val="1200"/>
                        <a:buFont typeface="Arial"/>
                        <a:buNone/>
                      </a:pPr>
                      <a:r>
                        <a:rPr lang="en" sz="1800" b="1">
                          <a:solidFill>
                            <a:srgbClr val="00FF00"/>
                          </a:solidFill>
                          <a:latin typeface="Barlow"/>
                          <a:ea typeface="Barlow"/>
                          <a:cs typeface="Barlow"/>
                          <a:sym typeface="Barlow"/>
                        </a:rPr>
                        <a:t>+</a:t>
                      </a:r>
                      <a:endParaRPr sz="1800" b="1" u="none" strike="noStrike" cap="none">
                        <a:solidFill>
                          <a:srgbClr val="00FF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356575">
                <a:tc>
                  <a:txBody>
                    <a:bodyPr/>
                    <a:lstStyle/>
                    <a:p>
                      <a:pPr marL="0" marR="0" lvl="0" indent="0" algn="l" rtl="0">
                        <a:lnSpc>
                          <a:spcPct val="100000"/>
                        </a:lnSpc>
                        <a:spcBef>
                          <a:spcPts val="0"/>
                        </a:spcBef>
                        <a:spcAft>
                          <a:spcPts val="0"/>
                        </a:spcAft>
                        <a:buNone/>
                      </a:pPr>
                      <a:r>
                        <a:rPr lang="en" sz="1200">
                          <a:solidFill>
                            <a:schemeClr val="lt1"/>
                          </a:solidFill>
                          <a:latin typeface="Russo One"/>
                          <a:ea typeface="Russo One"/>
                          <a:cs typeface="Russo One"/>
                          <a:sym typeface="Russo One"/>
                        </a:rPr>
                        <a:t>Reaģējošs dizains</a:t>
                      </a:r>
                      <a:endParaRPr sz="1200">
                        <a:solidFill>
                          <a:schemeClr val="lt1"/>
                        </a:solidFill>
                        <a:latin typeface="Russo One"/>
                        <a:ea typeface="Russo One"/>
                        <a:cs typeface="Russo One"/>
                        <a:sym typeface="Russo One"/>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lvl="0" indent="0" algn="ctr" rtl="0">
                        <a:lnSpc>
                          <a:spcPct val="100000"/>
                        </a:lnSpc>
                        <a:spcBef>
                          <a:spcPts val="0"/>
                        </a:spcBef>
                        <a:spcAft>
                          <a:spcPts val="0"/>
                        </a:spcAft>
                        <a:buClr>
                          <a:srgbClr val="000000"/>
                        </a:buClr>
                        <a:buSzPts val="1200"/>
                        <a:buFont typeface="Arial"/>
                        <a:buNone/>
                      </a:pPr>
                      <a:r>
                        <a:rPr lang="en" sz="1800" b="1">
                          <a:solidFill>
                            <a:srgbClr val="FF0000"/>
                          </a:solidFill>
                          <a:latin typeface="Barlow"/>
                          <a:ea typeface="Barlow"/>
                          <a:cs typeface="Barlow"/>
                          <a:sym typeface="Barlow"/>
                        </a:rPr>
                        <a:t>-</a:t>
                      </a:r>
                      <a:endParaRPr sz="1800" b="1">
                        <a:solidFill>
                          <a:srgbClr val="FF00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Clr>
                          <a:srgbClr val="000000"/>
                        </a:buClr>
                        <a:buSzPts val="1200"/>
                        <a:buFont typeface="Arial"/>
                        <a:buNone/>
                      </a:pPr>
                      <a:r>
                        <a:rPr lang="en" sz="1800" b="1">
                          <a:solidFill>
                            <a:srgbClr val="00FF00"/>
                          </a:solidFill>
                          <a:latin typeface="Barlow"/>
                          <a:ea typeface="Barlow"/>
                          <a:cs typeface="Barlow"/>
                          <a:sym typeface="Barlow"/>
                        </a:rPr>
                        <a:t>+</a:t>
                      </a:r>
                      <a:endParaRPr sz="1800" b="1" u="none" strike="noStrike" cap="none">
                        <a:solidFill>
                          <a:srgbClr val="00FF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Clr>
                          <a:srgbClr val="000000"/>
                        </a:buClr>
                        <a:buSzPts val="1200"/>
                        <a:buFont typeface="Arial"/>
                        <a:buNone/>
                      </a:pPr>
                      <a:r>
                        <a:rPr lang="en" sz="1800" b="1">
                          <a:solidFill>
                            <a:srgbClr val="00FF00"/>
                          </a:solidFill>
                          <a:latin typeface="Barlow"/>
                          <a:ea typeface="Barlow"/>
                          <a:cs typeface="Barlow"/>
                          <a:sym typeface="Barlow"/>
                        </a:rPr>
                        <a:t>+</a:t>
                      </a:r>
                      <a:endParaRPr sz="1800" b="1" u="none" strike="noStrike" cap="none">
                        <a:solidFill>
                          <a:srgbClr val="00FF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480950">
                <a:tc>
                  <a:txBody>
                    <a:bodyPr/>
                    <a:lstStyle/>
                    <a:p>
                      <a:pPr marL="0" lvl="0" indent="0" algn="l" rtl="0">
                        <a:spcBef>
                          <a:spcPts val="0"/>
                        </a:spcBef>
                        <a:spcAft>
                          <a:spcPts val="0"/>
                        </a:spcAft>
                        <a:buClr>
                          <a:srgbClr val="000000"/>
                        </a:buClr>
                        <a:buSzPts val="1200"/>
                        <a:buFont typeface="Arial"/>
                        <a:buNone/>
                      </a:pPr>
                      <a:r>
                        <a:rPr lang="en" sz="1200">
                          <a:solidFill>
                            <a:schemeClr val="lt1"/>
                          </a:solidFill>
                          <a:latin typeface="Russo One"/>
                          <a:ea typeface="Russo One"/>
                          <a:cs typeface="Russo One"/>
                          <a:sym typeface="Russo One"/>
                        </a:rPr>
                        <a:t>Vairāku valodu atbalsts</a:t>
                      </a:r>
                      <a:endParaRPr sz="1200" u="none" strike="noStrike" cap="none">
                        <a:solidFill>
                          <a:schemeClr val="lt1"/>
                        </a:solidFill>
                        <a:latin typeface="Russo One"/>
                        <a:ea typeface="Russo One"/>
                        <a:cs typeface="Russo One"/>
                        <a:sym typeface="Russo One"/>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lvl="0" indent="0" algn="ctr" rtl="0">
                        <a:lnSpc>
                          <a:spcPct val="100000"/>
                        </a:lnSpc>
                        <a:spcBef>
                          <a:spcPts val="0"/>
                        </a:spcBef>
                        <a:spcAft>
                          <a:spcPts val="0"/>
                        </a:spcAft>
                        <a:buClr>
                          <a:srgbClr val="000000"/>
                        </a:buClr>
                        <a:buSzPts val="1200"/>
                        <a:buFont typeface="Arial"/>
                        <a:buNone/>
                      </a:pPr>
                      <a:r>
                        <a:rPr lang="en" sz="1800" b="1">
                          <a:solidFill>
                            <a:srgbClr val="00FF00"/>
                          </a:solidFill>
                          <a:latin typeface="Barlow"/>
                          <a:ea typeface="Barlow"/>
                          <a:cs typeface="Barlow"/>
                          <a:sym typeface="Barlow"/>
                        </a:rPr>
                        <a:t>+</a:t>
                      </a:r>
                      <a:endParaRPr sz="1800" b="1" u="none" strike="noStrike" cap="none">
                        <a:solidFill>
                          <a:srgbClr val="00FF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Clr>
                          <a:srgbClr val="000000"/>
                        </a:buClr>
                        <a:buSzPts val="1200"/>
                        <a:buFont typeface="Arial"/>
                        <a:buNone/>
                      </a:pPr>
                      <a:r>
                        <a:rPr lang="en" sz="1800" b="1">
                          <a:solidFill>
                            <a:srgbClr val="00FF00"/>
                          </a:solidFill>
                          <a:latin typeface="Barlow"/>
                          <a:ea typeface="Barlow"/>
                          <a:cs typeface="Barlow"/>
                          <a:sym typeface="Barlow"/>
                        </a:rPr>
                        <a:t>+</a:t>
                      </a:r>
                      <a:endParaRPr sz="1800" b="1" u="none" strike="noStrike" cap="none">
                        <a:solidFill>
                          <a:srgbClr val="00FF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Clr>
                          <a:srgbClr val="000000"/>
                        </a:buClr>
                        <a:buSzPts val="1200"/>
                        <a:buFont typeface="Arial"/>
                        <a:buNone/>
                      </a:pPr>
                      <a:r>
                        <a:rPr lang="en" sz="1800" b="1">
                          <a:solidFill>
                            <a:srgbClr val="00FF00"/>
                          </a:solidFill>
                          <a:latin typeface="Barlow"/>
                          <a:ea typeface="Barlow"/>
                          <a:cs typeface="Barlow"/>
                          <a:sym typeface="Barlow"/>
                        </a:rPr>
                        <a:t>+</a:t>
                      </a:r>
                      <a:endParaRPr sz="1800" b="1" u="none" strike="noStrike" cap="none">
                        <a:solidFill>
                          <a:srgbClr val="00FF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534875">
                <a:tc>
                  <a:txBody>
                    <a:bodyPr/>
                    <a:lstStyle/>
                    <a:p>
                      <a:pPr marL="0" lvl="0" indent="0" algn="l" rtl="0">
                        <a:spcBef>
                          <a:spcPts val="0"/>
                        </a:spcBef>
                        <a:spcAft>
                          <a:spcPts val="0"/>
                        </a:spcAft>
                        <a:buClr>
                          <a:srgbClr val="000000"/>
                        </a:buClr>
                        <a:buSzPts val="1200"/>
                        <a:buFont typeface="Arial"/>
                        <a:buNone/>
                      </a:pPr>
                      <a:r>
                        <a:rPr lang="en" sz="1200">
                          <a:solidFill>
                            <a:schemeClr val="lt1"/>
                          </a:solidFill>
                          <a:latin typeface="Russo One"/>
                          <a:ea typeface="Russo One"/>
                          <a:cs typeface="Russo One"/>
                          <a:sym typeface="Russo One"/>
                        </a:rPr>
                        <a:t>Viegli pārskatāmi rezultāti</a:t>
                      </a:r>
                      <a:endParaRPr sz="1200">
                        <a:solidFill>
                          <a:schemeClr val="lt1"/>
                        </a:solidFill>
                        <a:latin typeface="Russo One"/>
                        <a:ea typeface="Russo One"/>
                        <a:cs typeface="Russo One"/>
                        <a:sym typeface="Russo One"/>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lvl="0" indent="0" algn="ctr" rtl="0">
                        <a:lnSpc>
                          <a:spcPct val="100000"/>
                        </a:lnSpc>
                        <a:spcBef>
                          <a:spcPts val="0"/>
                        </a:spcBef>
                        <a:spcAft>
                          <a:spcPts val="0"/>
                        </a:spcAft>
                        <a:buClr>
                          <a:srgbClr val="000000"/>
                        </a:buClr>
                        <a:buSzPts val="1200"/>
                        <a:buFont typeface="Arial"/>
                        <a:buNone/>
                      </a:pPr>
                      <a:r>
                        <a:rPr lang="en" sz="1800" b="1">
                          <a:solidFill>
                            <a:srgbClr val="FF0000"/>
                          </a:solidFill>
                          <a:latin typeface="Barlow"/>
                          <a:ea typeface="Barlow"/>
                          <a:cs typeface="Barlow"/>
                          <a:sym typeface="Barlow"/>
                        </a:rPr>
                        <a:t>-</a:t>
                      </a:r>
                      <a:endParaRPr sz="1800" b="1" u="none" strike="noStrike" cap="none">
                        <a:solidFill>
                          <a:srgbClr val="FF00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Clr>
                          <a:srgbClr val="000000"/>
                        </a:buClr>
                        <a:buSzPts val="1200"/>
                        <a:buFont typeface="Arial"/>
                        <a:buNone/>
                      </a:pPr>
                      <a:r>
                        <a:rPr lang="en" sz="1800" b="1">
                          <a:solidFill>
                            <a:srgbClr val="00FF00"/>
                          </a:solidFill>
                          <a:latin typeface="Barlow"/>
                          <a:ea typeface="Barlow"/>
                          <a:cs typeface="Barlow"/>
                          <a:sym typeface="Barlow"/>
                        </a:rPr>
                        <a:t>+</a:t>
                      </a:r>
                      <a:endParaRPr sz="1800" b="1" u="none" strike="noStrike" cap="none">
                        <a:solidFill>
                          <a:srgbClr val="00FF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Clr>
                          <a:srgbClr val="000000"/>
                        </a:buClr>
                        <a:buSzPts val="1200"/>
                        <a:buFont typeface="Arial"/>
                        <a:buNone/>
                      </a:pPr>
                      <a:r>
                        <a:rPr lang="en" sz="1800" b="1">
                          <a:solidFill>
                            <a:srgbClr val="00FF00"/>
                          </a:solidFill>
                          <a:latin typeface="Barlow"/>
                          <a:ea typeface="Barlow"/>
                          <a:cs typeface="Barlow"/>
                          <a:sym typeface="Barlow"/>
                        </a:rPr>
                        <a:t>+</a:t>
                      </a:r>
                      <a:endParaRPr sz="1800" b="1" u="none" strike="noStrike" cap="none">
                        <a:solidFill>
                          <a:srgbClr val="00FF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534875">
                <a:tc>
                  <a:txBody>
                    <a:bodyPr/>
                    <a:lstStyle/>
                    <a:p>
                      <a:pPr marL="0" marR="0" lvl="0" indent="0" algn="l" rtl="0">
                        <a:lnSpc>
                          <a:spcPct val="100000"/>
                        </a:lnSpc>
                        <a:spcBef>
                          <a:spcPts val="0"/>
                        </a:spcBef>
                        <a:spcAft>
                          <a:spcPts val="0"/>
                        </a:spcAft>
                        <a:buClr>
                          <a:srgbClr val="000000"/>
                        </a:buClr>
                        <a:buSzPts val="1200"/>
                        <a:buFont typeface="Arial"/>
                        <a:buNone/>
                      </a:pPr>
                      <a:r>
                        <a:rPr lang="en" sz="1200">
                          <a:solidFill>
                            <a:schemeClr val="lt1"/>
                          </a:solidFill>
                          <a:latin typeface="Russo One"/>
                          <a:ea typeface="Russo One"/>
                          <a:cs typeface="Russo One"/>
                          <a:sym typeface="Russo One"/>
                        </a:rPr>
                        <a:t>Komandu un ekipāžu apskats</a:t>
                      </a:r>
                      <a:endParaRPr sz="1200" u="none" strike="noStrike" cap="none">
                        <a:solidFill>
                          <a:schemeClr val="lt1"/>
                        </a:solidFill>
                        <a:latin typeface="Russo One"/>
                        <a:ea typeface="Russo One"/>
                        <a:cs typeface="Russo One"/>
                        <a:sym typeface="Russo One"/>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lvl="0" indent="0" algn="ctr" rtl="0">
                        <a:lnSpc>
                          <a:spcPct val="100000"/>
                        </a:lnSpc>
                        <a:spcBef>
                          <a:spcPts val="0"/>
                        </a:spcBef>
                        <a:spcAft>
                          <a:spcPts val="0"/>
                        </a:spcAft>
                        <a:buClr>
                          <a:srgbClr val="000000"/>
                        </a:buClr>
                        <a:buSzPts val="1200"/>
                        <a:buFont typeface="Arial"/>
                        <a:buNone/>
                      </a:pPr>
                      <a:r>
                        <a:rPr lang="en" sz="1800" b="1">
                          <a:solidFill>
                            <a:srgbClr val="FF0000"/>
                          </a:solidFill>
                          <a:latin typeface="Barlow"/>
                          <a:ea typeface="Barlow"/>
                          <a:cs typeface="Barlow"/>
                          <a:sym typeface="Barlow"/>
                        </a:rPr>
                        <a:t>-</a:t>
                      </a:r>
                      <a:endParaRPr sz="1800" b="1" u="none" strike="noStrike" cap="none">
                        <a:solidFill>
                          <a:srgbClr val="FF00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Clr>
                          <a:srgbClr val="000000"/>
                        </a:buClr>
                        <a:buSzPts val="1200"/>
                        <a:buFont typeface="Arial"/>
                        <a:buNone/>
                      </a:pPr>
                      <a:r>
                        <a:rPr lang="en" sz="1800" b="1">
                          <a:solidFill>
                            <a:srgbClr val="00FF00"/>
                          </a:solidFill>
                          <a:latin typeface="Barlow"/>
                          <a:ea typeface="Barlow"/>
                          <a:cs typeface="Barlow"/>
                          <a:sym typeface="Barlow"/>
                        </a:rPr>
                        <a:t>+</a:t>
                      </a:r>
                      <a:endParaRPr sz="1800" b="1" u="none" strike="noStrike" cap="none">
                        <a:solidFill>
                          <a:srgbClr val="00FF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Clr>
                          <a:srgbClr val="000000"/>
                        </a:buClr>
                        <a:buSzPts val="1200"/>
                        <a:buFont typeface="Arial"/>
                        <a:buNone/>
                      </a:pPr>
                      <a:r>
                        <a:rPr lang="en" sz="1800" b="1">
                          <a:solidFill>
                            <a:srgbClr val="FF0000"/>
                          </a:solidFill>
                          <a:latin typeface="Barlow"/>
                          <a:ea typeface="Barlow"/>
                          <a:cs typeface="Barlow"/>
                          <a:sym typeface="Barlow"/>
                        </a:rPr>
                        <a:t>-</a:t>
                      </a:r>
                      <a:endParaRPr sz="1800" b="1" u="none" strike="noStrike" cap="none">
                        <a:solidFill>
                          <a:srgbClr val="FF00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r h="356575">
                <a:tc>
                  <a:txBody>
                    <a:bodyPr/>
                    <a:lstStyle/>
                    <a:p>
                      <a:pPr marL="0" marR="0" lvl="0" indent="0" algn="l" rtl="0">
                        <a:lnSpc>
                          <a:spcPct val="100000"/>
                        </a:lnSpc>
                        <a:spcBef>
                          <a:spcPts val="0"/>
                        </a:spcBef>
                        <a:spcAft>
                          <a:spcPts val="0"/>
                        </a:spcAft>
                        <a:buClr>
                          <a:srgbClr val="000000"/>
                        </a:buClr>
                        <a:buSzPts val="1200"/>
                        <a:buFont typeface="Arial"/>
                        <a:buNone/>
                      </a:pPr>
                      <a:r>
                        <a:rPr lang="en" sz="1200">
                          <a:solidFill>
                            <a:schemeClr val="lt1"/>
                          </a:solidFill>
                          <a:latin typeface="Russo One"/>
                          <a:ea typeface="Russo One"/>
                          <a:cs typeface="Russo One"/>
                          <a:sym typeface="Russo One"/>
                        </a:rPr>
                        <a:t>Tiešraides pārraides</a:t>
                      </a:r>
                      <a:endParaRPr sz="1200" u="none" strike="noStrike" cap="none">
                        <a:solidFill>
                          <a:schemeClr val="lt1"/>
                        </a:solidFill>
                        <a:latin typeface="Russo One"/>
                        <a:ea typeface="Russo One"/>
                        <a:cs typeface="Russo One"/>
                        <a:sym typeface="Russo One"/>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lvl="0" indent="0" algn="ctr" rtl="0">
                        <a:lnSpc>
                          <a:spcPct val="100000"/>
                        </a:lnSpc>
                        <a:spcBef>
                          <a:spcPts val="0"/>
                        </a:spcBef>
                        <a:spcAft>
                          <a:spcPts val="0"/>
                        </a:spcAft>
                        <a:buClr>
                          <a:srgbClr val="000000"/>
                        </a:buClr>
                        <a:buSzPts val="1200"/>
                        <a:buFont typeface="Arial"/>
                        <a:buNone/>
                      </a:pPr>
                      <a:r>
                        <a:rPr lang="en" sz="1800" b="1">
                          <a:solidFill>
                            <a:srgbClr val="FF0000"/>
                          </a:solidFill>
                          <a:latin typeface="Barlow"/>
                          <a:ea typeface="Barlow"/>
                          <a:cs typeface="Barlow"/>
                          <a:sym typeface="Barlow"/>
                        </a:rPr>
                        <a:t>-</a:t>
                      </a:r>
                      <a:endParaRPr sz="1800" b="1" u="none" strike="noStrike" cap="none">
                        <a:solidFill>
                          <a:srgbClr val="FF00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Clr>
                          <a:srgbClr val="000000"/>
                        </a:buClr>
                        <a:buSzPts val="1200"/>
                        <a:buFont typeface="Arial"/>
                        <a:buNone/>
                      </a:pPr>
                      <a:r>
                        <a:rPr lang="en" sz="1800" b="1">
                          <a:solidFill>
                            <a:srgbClr val="00FF00"/>
                          </a:solidFill>
                          <a:latin typeface="Barlow"/>
                          <a:ea typeface="Barlow"/>
                          <a:cs typeface="Barlow"/>
                          <a:sym typeface="Barlow"/>
                        </a:rPr>
                        <a:t>+</a:t>
                      </a:r>
                      <a:endParaRPr sz="1800" b="1" u="none" strike="noStrike" cap="none">
                        <a:solidFill>
                          <a:srgbClr val="00FF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Clr>
                          <a:srgbClr val="000000"/>
                        </a:buClr>
                        <a:buSzPts val="1200"/>
                        <a:buFont typeface="Arial"/>
                        <a:buNone/>
                      </a:pPr>
                      <a:r>
                        <a:rPr lang="en" sz="1800" b="1">
                          <a:solidFill>
                            <a:srgbClr val="FF0000"/>
                          </a:solidFill>
                          <a:latin typeface="Barlow"/>
                          <a:ea typeface="Barlow"/>
                          <a:cs typeface="Barlow"/>
                          <a:sym typeface="Barlow"/>
                        </a:rPr>
                        <a:t>-</a:t>
                      </a:r>
                      <a:endParaRPr sz="1800" b="1" u="none" strike="noStrike" cap="none">
                        <a:solidFill>
                          <a:srgbClr val="FF00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6"/>
                  </a:ext>
                </a:extLst>
              </a:tr>
              <a:tr h="480950">
                <a:tc>
                  <a:txBody>
                    <a:bodyPr/>
                    <a:lstStyle/>
                    <a:p>
                      <a:pPr marL="0" marR="0" lvl="0" indent="0" algn="l" rtl="0">
                        <a:lnSpc>
                          <a:spcPct val="100000"/>
                        </a:lnSpc>
                        <a:spcBef>
                          <a:spcPts val="0"/>
                        </a:spcBef>
                        <a:spcAft>
                          <a:spcPts val="0"/>
                        </a:spcAft>
                        <a:buClr>
                          <a:srgbClr val="000000"/>
                        </a:buClr>
                        <a:buSzPts val="1200"/>
                        <a:buFont typeface="Arial"/>
                        <a:buNone/>
                      </a:pPr>
                      <a:r>
                        <a:rPr lang="en" sz="1200">
                          <a:solidFill>
                            <a:schemeClr val="lt1"/>
                          </a:solidFill>
                          <a:latin typeface="Russo One"/>
                          <a:ea typeface="Russo One"/>
                          <a:cs typeface="Russo One"/>
                          <a:sym typeface="Russo One"/>
                        </a:rPr>
                        <a:t>Fanu suvenīru veikals</a:t>
                      </a:r>
                      <a:endParaRPr sz="1200" u="none" strike="noStrike" cap="none">
                        <a:solidFill>
                          <a:schemeClr val="lt1"/>
                        </a:solidFill>
                        <a:latin typeface="Russo One"/>
                        <a:ea typeface="Russo One"/>
                        <a:cs typeface="Russo One"/>
                        <a:sym typeface="Russo One"/>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lvl="0" indent="0" algn="ctr" rtl="0">
                        <a:lnSpc>
                          <a:spcPct val="100000"/>
                        </a:lnSpc>
                        <a:spcBef>
                          <a:spcPts val="0"/>
                        </a:spcBef>
                        <a:spcAft>
                          <a:spcPts val="0"/>
                        </a:spcAft>
                        <a:buClr>
                          <a:srgbClr val="000000"/>
                        </a:buClr>
                        <a:buSzPts val="1200"/>
                        <a:buFont typeface="Arial"/>
                        <a:buNone/>
                      </a:pPr>
                      <a:r>
                        <a:rPr lang="en" sz="1800" b="1">
                          <a:solidFill>
                            <a:srgbClr val="FF0000"/>
                          </a:solidFill>
                          <a:latin typeface="Barlow"/>
                          <a:ea typeface="Barlow"/>
                          <a:cs typeface="Barlow"/>
                          <a:sym typeface="Barlow"/>
                        </a:rPr>
                        <a:t>-</a:t>
                      </a:r>
                      <a:endParaRPr sz="1800" b="1" u="none" strike="noStrike" cap="none">
                        <a:solidFill>
                          <a:srgbClr val="FF00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Clr>
                          <a:srgbClr val="000000"/>
                        </a:buClr>
                        <a:buSzPts val="1200"/>
                        <a:buFont typeface="Arial"/>
                        <a:buNone/>
                      </a:pPr>
                      <a:r>
                        <a:rPr lang="en" sz="1800" b="1">
                          <a:solidFill>
                            <a:srgbClr val="00FF00"/>
                          </a:solidFill>
                          <a:latin typeface="Barlow"/>
                          <a:ea typeface="Barlow"/>
                          <a:cs typeface="Barlow"/>
                          <a:sym typeface="Barlow"/>
                        </a:rPr>
                        <a:t>+</a:t>
                      </a:r>
                      <a:endParaRPr sz="1800" b="1" u="none" strike="noStrike" cap="none">
                        <a:solidFill>
                          <a:srgbClr val="00FF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00000"/>
                        </a:lnSpc>
                        <a:spcBef>
                          <a:spcPts val="0"/>
                        </a:spcBef>
                        <a:spcAft>
                          <a:spcPts val="0"/>
                        </a:spcAft>
                        <a:buClr>
                          <a:srgbClr val="000000"/>
                        </a:buClr>
                        <a:buSzPts val="1200"/>
                        <a:buFont typeface="Arial"/>
                        <a:buNone/>
                      </a:pPr>
                      <a:r>
                        <a:rPr lang="en" sz="1800" b="1">
                          <a:solidFill>
                            <a:srgbClr val="FF0000"/>
                          </a:solidFill>
                          <a:latin typeface="Barlow"/>
                          <a:ea typeface="Barlow"/>
                          <a:cs typeface="Barlow"/>
                          <a:sym typeface="Barlow"/>
                        </a:rPr>
                        <a:t>-</a:t>
                      </a:r>
                      <a:endParaRPr sz="1800" b="1" u="none" strike="noStrike" cap="none">
                        <a:solidFill>
                          <a:srgbClr val="FF0000"/>
                        </a:solidFill>
                        <a:latin typeface="Barlow"/>
                        <a:ea typeface="Barlow"/>
                        <a:cs typeface="Barlow"/>
                        <a:sym typeface="Barlow"/>
                      </a:endParaRPr>
                    </a:p>
                  </a:txBody>
                  <a:tcPr marL="45700" marR="45700"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g354010766f9_2_1"/>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Prasību specifikācija</a:t>
            </a:r>
            <a:endParaRPr/>
          </a:p>
        </p:txBody>
      </p:sp>
      <p:sp>
        <p:nvSpPr>
          <p:cNvPr id="1006" name="Google Shape;1006;g354010766f9_2_1"/>
          <p:cNvSpPr txBox="1">
            <a:spLocks noGrp="1"/>
          </p:cNvSpPr>
          <p:nvPr>
            <p:ph type="subTitle" idx="3"/>
          </p:nvPr>
        </p:nvSpPr>
        <p:spPr>
          <a:xfrm>
            <a:off x="3382419" y="2311025"/>
            <a:ext cx="2379300" cy="753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000"/>
              <a:buNone/>
            </a:pPr>
            <a:r>
              <a:rPr lang="en"/>
              <a:t>Pilnvērtīgs administratora panelis</a:t>
            </a:r>
            <a:endParaRPr/>
          </a:p>
        </p:txBody>
      </p:sp>
      <p:sp>
        <p:nvSpPr>
          <p:cNvPr id="1007" name="Google Shape;1007;g354010766f9_2_1"/>
          <p:cNvSpPr txBox="1">
            <a:spLocks noGrp="1"/>
          </p:cNvSpPr>
          <p:nvPr>
            <p:ph type="subTitle" idx="1"/>
          </p:nvPr>
        </p:nvSpPr>
        <p:spPr>
          <a:xfrm>
            <a:off x="784269" y="2311025"/>
            <a:ext cx="2379300" cy="753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000"/>
              <a:buNone/>
            </a:pPr>
            <a:r>
              <a:rPr lang="en"/>
              <a:t>Vairāku valodu atbalsts</a:t>
            </a:r>
            <a:endParaRPr/>
          </a:p>
        </p:txBody>
      </p:sp>
      <p:sp>
        <p:nvSpPr>
          <p:cNvPr id="1008" name="Google Shape;1008;g354010766f9_2_1"/>
          <p:cNvSpPr txBox="1">
            <a:spLocks noGrp="1"/>
          </p:cNvSpPr>
          <p:nvPr>
            <p:ph type="subTitle" idx="5"/>
          </p:nvPr>
        </p:nvSpPr>
        <p:spPr>
          <a:xfrm>
            <a:off x="5980444" y="2311025"/>
            <a:ext cx="2379300" cy="753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000"/>
              <a:buNone/>
            </a:pPr>
            <a:r>
              <a:rPr lang="en"/>
              <a:t>Rezultātu un punktu aprēķināšanas loģikas</a:t>
            </a:r>
            <a:endParaRPr/>
          </a:p>
        </p:txBody>
      </p:sp>
      <p:grpSp>
        <p:nvGrpSpPr>
          <p:cNvPr id="1009" name="Google Shape;1009;g354010766f9_2_1"/>
          <p:cNvGrpSpPr/>
          <p:nvPr/>
        </p:nvGrpSpPr>
        <p:grpSpPr>
          <a:xfrm>
            <a:off x="1683576" y="1545025"/>
            <a:ext cx="576171" cy="572417"/>
            <a:chOff x="580725" y="3617925"/>
            <a:chExt cx="299325" cy="297375"/>
          </a:xfrm>
        </p:grpSpPr>
        <p:sp>
          <p:nvSpPr>
            <p:cNvPr id="1010" name="Google Shape;1010;g354010766f9_2_1"/>
            <p:cNvSpPr/>
            <p:nvPr/>
          </p:nvSpPr>
          <p:spPr>
            <a:xfrm>
              <a:off x="609075" y="3662050"/>
              <a:ext cx="51225" cy="51200"/>
            </a:xfrm>
            <a:custGeom>
              <a:avLst/>
              <a:gdLst/>
              <a:ahLst/>
              <a:cxnLst/>
              <a:rect l="l" t="t" r="r" b="b"/>
              <a:pathLst>
                <a:path w="2049" h="2048" extrusionOk="0">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1" name="Google Shape;1011;g354010766f9_2_1"/>
            <p:cNvSpPr/>
            <p:nvPr/>
          </p:nvSpPr>
          <p:spPr>
            <a:xfrm>
              <a:off x="668950" y="3617925"/>
              <a:ext cx="122875" cy="104475"/>
            </a:xfrm>
            <a:custGeom>
              <a:avLst/>
              <a:gdLst/>
              <a:ahLst/>
              <a:cxnLst/>
              <a:rect l="l" t="t" r="r" b="b"/>
              <a:pathLst>
                <a:path w="4915" h="4179" extrusionOk="0">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2" name="Google Shape;1012;g354010766f9_2_1"/>
            <p:cNvSpPr/>
            <p:nvPr/>
          </p:nvSpPr>
          <p:spPr>
            <a:xfrm>
              <a:off x="580725" y="3721900"/>
              <a:ext cx="141800" cy="192025"/>
            </a:xfrm>
            <a:custGeom>
              <a:avLst/>
              <a:gdLst/>
              <a:ahLst/>
              <a:cxnLst/>
              <a:rect l="l" t="t" r="r" b="b"/>
              <a:pathLst>
                <a:path w="5672" h="7681" extrusionOk="0">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3" name="Google Shape;1013;g354010766f9_2_1"/>
            <p:cNvSpPr/>
            <p:nvPr/>
          </p:nvSpPr>
          <p:spPr>
            <a:xfrm>
              <a:off x="800475" y="3662050"/>
              <a:ext cx="51225" cy="51200"/>
            </a:xfrm>
            <a:custGeom>
              <a:avLst/>
              <a:gdLst/>
              <a:ahLst/>
              <a:cxnLst/>
              <a:rect l="l" t="t" r="r" b="b"/>
              <a:pathLst>
                <a:path w="2049" h="2048" extrusionOk="0">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4" name="Google Shape;1014;g354010766f9_2_1"/>
            <p:cNvSpPr/>
            <p:nvPr/>
          </p:nvSpPr>
          <p:spPr>
            <a:xfrm>
              <a:off x="738250" y="3722700"/>
              <a:ext cx="141800" cy="192600"/>
            </a:xfrm>
            <a:custGeom>
              <a:avLst/>
              <a:gdLst/>
              <a:ahLst/>
              <a:cxnLst/>
              <a:rect l="l" t="t" r="r" b="b"/>
              <a:pathLst>
                <a:path w="5672" h="7704" extrusionOk="0">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15" name="Google Shape;1015;g354010766f9_2_1"/>
          <p:cNvGrpSpPr/>
          <p:nvPr/>
        </p:nvGrpSpPr>
        <p:grpSpPr>
          <a:xfrm>
            <a:off x="6884270" y="1548449"/>
            <a:ext cx="571647" cy="565584"/>
            <a:chOff x="946175" y="3619500"/>
            <a:chExt cx="296975" cy="293825"/>
          </a:xfrm>
        </p:grpSpPr>
        <p:sp>
          <p:nvSpPr>
            <p:cNvPr id="1016" name="Google Shape;1016;g354010766f9_2_1"/>
            <p:cNvSpPr/>
            <p:nvPr/>
          </p:nvSpPr>
          <p:spPr>
            <a:xfrm>
              <a:off x="963525" y="3619500"/>
              <a:ext cx="207950" cy="293825"/>
            </a:xfrm>
            <a:custGeom>
              <a:avLst/>
              <a:gdLst/>
              <a:ahLst/>
              <a:cxnLst/>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7" name="Google Shape;1017;g354010766f9_2_1"/>
            <p:cNvSpPr/>
            <p:nvPr/>
          </p:nvSpPr>
          <p:spPr>
            <a:xfrm>
              <a:off x="1185625" y="3688025"/>
              <a:ext cx="57525" cy="55950"/>
            </a:xfrm>
            <a:custGeom>
              <a:avLst/>
              <a:gdLst/>
              <a:ahLst/>
              <a:cxnLst/>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8" name="Google Shape;1018;g354010766f9_2_1"/>
            <p:cNvSpPr/>
            <p:nvPr/>
          </p:nvSpPr>
          <p:spPr>
            <a:xfrm>
              <a:off x="1088075" y="3795925"/>
              <a:ext cx="46375" cy="45025"/>
            </a:xfrm>
            <a:custGeom>
              <a:avLst/>
              <a:gdLst/>
              <a:ahLst/>
              <a:cxnLst/>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9" name="Google Shape;1019;g354010766f9_2_1"/>
            <p:cNvSpPr/>
            <p:nvPr/>
          </p:nvSpPr>
          <p:spPr>
            <a:xfrm>
              <a:off x="1112375" y="3720325"/>
              <a:ext cx="97700" cy="97700"/>
            </a:xfrm>
            <a:custGeom>
              <a:avLst/>
              <a:gdLst/>
              <a:ahLst/>
              <a:cxnLst/>
              <a:rect l="l" t="t" r="r" b="b"/>
              <a:pathLst>
                <a:path w="3908" h="3908" extrusionOk="0">
                  <a:moveTo>
                    <a:pt x="2426" y="1"/>
                  </a:moveTo>
                  <a:lnTo>
                    <a:pt x="1" y="2458"/>
                  </a:lnTo>
                  <a:lnTo>
                    <a:pt x="1450" y="3907"/>
                  </a:lnTo>
                  <a:lnTo>
                    <a:pt x="3907" y="1481"/>
                  </a:lnTo>
                  <a:lnTo>
                    <a:pt x="2426" y="1"/>
                  </a:ln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0" name="Google Shape;1020;g354010766f9_2_1"/>
            <p:cNvSpPr/>
            <p:nvPr/>
          </p:nvSpPr>
          <p:spPr>
            <a:xfrm>
              <a:off x="1120250" y="3623450"/>
              <a:ext cx="47275" cy="47275"/>
            </a:xfrm>
            <a:custGeom>
              <a:avLst/>
              <a:gdLst/>
              <a:ahLst/>
              <a:cxnLst/>
              <a:rect l="l" t="t" r="r" b="b"/>
              <a:pathLst>
                <a:path w="1891" h="1891" extrusionOk="0">
                  <a:moveTo>
                    <a:pt x="1" y="0"/>
                  </a:moveTo>
                  <a:lnTo>
                    <a:pt x="1" y="1891"/>
                  </a:lnTo>
                  <a:lnTo>
                    <a:pt x="1891" y="1891"/>
                  </a:lnTo>
                  <a:lnTo>
                    <a:pt x="1" y="0"/>
                  </a:ln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1" name="Google Shape;1021;g354010766f9_2_1"/>
            <p:cNvSpPr/>
            <p:nvPr/>
          </p:nvSpPr>
          <p:spPr>
            <a:xfrm>
              <a:off x="946175" y="3879425"/>
              <a:ext cx="166225" cy="33900"/>
            </a:xfrm>
            <a:custGeom>
              <a:avLst/>
              <a:gdLst/>
              <a:ahLst/>
              <a:cxnLst/>
              <a:rect l="l" t="t" r="r" b="b"/>
              <a:pathLst>
                <a:path w="6649"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22" name="Google Shape;1022;g354010766f9_2_1"/>
          <p:cNvGrpSpPr/>
          <p:nvPr/>
        </p:nvGrpSpPr>
        <p:grpSpPr>
          <a:xfrm>
            <a:off x="4285448" y="1544900"/>
            <a:ext cx="573139" cy="572706"/>
            <a:chOff x="1310075" y="3980250"/>
            <a:chExt cx="297750" cy="297525"/>
          </a:xfrm>
        </p:grpSpPr>
        <p:sp>
          <p:nvSpPr>
            <p:cNvPr id="1023" name="Google Shape;1023;g354010766f9_2_1"/>
            <p:cNvSpPr/>
            <p:nvPr/>
          </p:nvSpPr>
          <p:spPr>
            <a:xfrm>
              <a:off x="1310075" y="3980250"/>
              <a:ext cx="297750" cy="297525"/>
            </a:xfrm>
            <a:custGeom>
              <a:avLst/>
              <a:gdLst/>
              <a:ahLst/>
              <a:cxnLst/>
              <a:rect l="l" t="t" r="r" b="b"/>
              <a:pathLst>
                <a:path w="11910" h="11901" extrusionOk="0">
                  <a:moveTo>
                    <a:pt x="3844" y="4946"/>
                  </a:moveTo>
                  <a:cubicBezTo>
                    <a:pt x="4033" y="4946"/>
                    <a:pt x="4190" y="5104"/>
                    <a:pt x="4190" y="5293"/>
                  </a:cubicBezTo>
                  <a:lnTo>
                    <a:pt x="4190" y="6679"/>
                  </a:lnTo>
                  <a:cubicBezTo>
                    <a:pt x="4190" y="6868"/>
                    <a:pt x="4033" y="7026"/>
                    <a:pt x="3844" y="7026"/>
                  </a:cubicBezTo>
                  <a:lnTo>
                    <a:pt x="2458" y="7026"/>
                  </a:lnTo>
                  <a:cubicBezTo>
                    <a:pt x="2269" y="7026"/>
                    <a:pt x="2111" y="6868"/>
                    <a:pt x="2111" y="6679"/>
                  </a:cubicBezTo>
                  <a:lnTo>
                    <a:pt x="2111" y="5293"/>
                  </a:lnTo>
                  <a:cubicBezTo>
                    <a:pt x="2111" y="5104"/>
                    <a:pt x="2269" y="4946"/>
                    <a:pt x="2458" y="4946"/>
                  </a:cubicBezTo>
                  <a:close/>
                  <a:moveTo>
                    <a:pt x="6616" y="3560"/>
                  </a:moveTo>
                  <a:cubicBezTo>
                    <a:pt x="6837" y="3560"/>
                    <a:pt x="6994" y="3718"/>
                    <a:pt x="6994" y="3907"/>
                  </a:cubicBezTo>
                  <a:lnTo>
                    <a:pt x="6994" y="6679"/>
                  </a:lnTo>
                  <a:cubicBezTo>
                    <a:pt x="6994" y="6868"/>
                    <a:pt x="6837" y="7026"/>
                    <a:pt x="6616" y="7026"/>
                  </a:cubicBezTo>
                  <a:lnTo>
                    <a:pt x="5262" y="7026"/>
                  </a:lnTo>
                  <a:cubicBezTo>
                    <a:pt x="5041" y="7026"/>
                    <a:pt x="4884" y="6868"/>
                    <a:pt x="4884" y="6679"/>
                  </a:cubicBezTo>
                  <a:lnTo>
                    <a:pt x="4884" y="3907"/>
                  </a:lnTo>
                  <a:cubicBezTo>
                    <a:pt x="4884" y="3718"/>
                    <a:pt x="5041" y="3560"/>
                    <a:pt x="5262" y="3560"/>
                  </a:cubicBezTo>
                  <a:close/>
                  <a:moveTo>
                    <a:pt x="9389" y="2174"/>
                  </a:moveTo>
                  <a:cubicBezTo>
                    <a:pt x="9578" y="2174"/>
                    <a:pt x="9735" y="2331"/>
                    <a:pt x="9735" y="2520"/>
                  </a:cubicBezTo>
                  <a:lnTo>
                    <a:pt x="9735" y="6679"/>
                  </a:lnTo>
                  <a:cubicBezTo>
                    <a:pt x="9735" y="6868"/>
                    <a:pt x="9578" y="7026"/>
                    <a:pt x="9389" y="7026"/>
                  </a:cubicBezTo>
                  <a:lnTo>
                    <a:pt x="8003" y="7026"/>
                  </a:lnTo>
                  <a:cubicBezTo>
                    <a:pt x="7813" y="7026"/>
                    <a:pt x="7656" y="6868"/>
                    <a:pt x="7656" y="6679"/>
                  </a:cubicBezTo>
                  <a:lnTo>
                    <a:pt x="7656" y="2520"/>
                  </a:lnTo>
                  <a:cubicBezTo>
                    <a:pt x="7656" y="2331"/>
                    <a:pt x="7813" y="2174"/>
                    <a:pt x="8003" y="2174"/>
                  </a:cubicBezTo>
                  <a:close/>
                  <a:moveTo>
                    <a:pt x="5577" y="8412"/>
                  </a:moveTo>
                  <a:lnTo>
                    <a:pt x="5577" y="9105"/>
                  </a:lnTo>
                  <a:lnTo>
                    <a:pt x="5167" y="9105"/>
                  </a:lnTo>
                  <a:lnTo>
                    <a:pt x="5451" y="8412"/>
                  </a:lnTo>
                  <a:close/>
                  <a:moveTo>
                    <a:pt x="6396" y="8412"/>
                  </a:moveTo>
                  <a:lnTo>
                    <a:pt x="6679" y="9105"/>
                  </a:lnTo>
                  <a:lnTo>
                    <a:pt x="6270" y="9105"/>
                  </a:lnTo>
                  <a:lnTo>
                    <a:pt x="6270" y="8412"/>
                  </a:lnTo>
                  <a:close/>
                  <a:moveTo>
                    <a:pt x="5955" y="0"/>
                  </a:moveTo>
                  <a:cubicBezTo>
                    <a:pt x="5766" y="0"/>
                    <a:pt x="5608" y="158"/>
                    <a:pt x="5608" y="378"/>
                  </a:cubicBezTo>
                  <a:lnTo>
                    <a:pt x="5608" y="725"/>
                  </a:lnTo>
                  <a:lnTo>
                    <a:pt x="347" y="725"/>
                  </a:lnTo>
                  <a:cubicBezTo>
                    <a:pt x="158" y="725"/>
                    <a:pt x="0" y="882"/>
                    <a:pt x="0" y="1071"/>
                  </a:cubicBezTo>
                  <a:cubicBezTo>
                    <a:pt x="0" y="1260"/>
                    <a:pt x="158" y="1418"/>
                    <a:pt x="347" y="1418"/>
                  </a:cubicBezTo>
                  <a:lnTo>
                    <a:pt x="725" y="1418"/>
                  </a:lnTo>
                  <a:lnTo>
                    <a:pt x="725" y="7719"/>
                  </a:lnTo>
                  <a:lnTo>
                    <a:pt x="378" y="7719"/>
                  </a:lnTo>
                  <a:cubicBezTo>
                    <a:pt x="158" y="7719"/>
                    <a:pt x="0" y="7876"/>
                    <a:pt x="0" y="8097"/>
                  </a:cubicBezTo>
                  <a:cubicBezTo>
                    <a:pt x="0" y="8286"/>
                    <a:pt x="158" y="8443"/>
                    <a:pt x="378" y="8443"/>
                  </a:cubicBezTo>
                  <a:lnTo>
                    <a:pt x="4726" y="8443"/>
                  </a:lnTo>
                  <a:lnTo>
                    <a:pt x="3560" y="11436"/>
                  </a:lnTo>
                  <a:cubicBezTo>
                    <a:pt x="3466" y="11625"/>
                    <a:pt x="3560" y="11814"/>
                    <a:pt x="3749" y="11877"/>
                  </a:cubicBezTo>
                  <a:cubicBezTo>
                    <a:pt x="3788" y="11893"/>
                    <a:pt x="3831" y="11901"/>
                    <a:pt x="3876" y="11901"/>
                  </a:cubicBezTo>
                  <a:cubicBezTo>
                    <a:pt x="4016" y="11901"/>
                    <a:pt x="4167" y="11824"/>
                    <a:pt x="4190" y="11657"/>
                  </a:cubicBezTo>
                  <a:lnTo>
                    <a:pt x="4947" y="9830"/>
                  </a:lnTo>
                  <a:lnTo>
                    <a:pt x="5608" y="9830"/>
                  </a:lnTo>
                  <a:lnTo>
                    <a:pt x="5608" y="10838"/>
                  </a:lnTo>
                  <a:cubicBezTo>
                    <a:pt x="5608" y="11027"/>
                    <a:pt x="5766" y="11184"/>
                    <a:pt x="5955" y="11184"/>
                  </a:cubicBezTo>
                  <a:cubicBezTo>
                    <a:pt x="6144" y="11184"/>
                    <a:pt x="6301" y="11027"/>
                    <a:pt x="6301" y="10838"/>
                  </a:cubicBezTo>
                  <a:lnTo>
                    <a:pt x="6301" y="9830"/>
                  </a:lnTo>
                  <a:lnTo>
                    <a:pt x="6994" y="9830"/>
                  </a:lnTo>
                  <a:lnTo>
                    <a:pt x="7719" y="11657"/>
                  </a:lnTo>
                  <a:cubicBezTo>
                    <a:pt x="7791" y="11824"/>
                    <a:pt x="7916" y="11901"/>
                    <a:pt x="8042" y="11901"/>
                  </a:cubicBezTo>
                  <a:cubicBezTo>
                    <a:pt x="8082" y="11901"/>
                    <a:pt x="8122" y="11893"/>
                    <a:pt x="8160" y="11877"/>
                  </a:cubicBezTo>
                  <a:cubicBezTo>
                    <a:pt x="8349" y="11783"/>
                    <a:pt x="8444" y="11594"/>
                    <a:pt x="8349" y="11436"/>
                  </a:cubicBezTo>
                  <a:lnTo>
                    <a:pt x="7183" y="8443"/>
                  </a:lnTo>
                  <a:lnTo>
                    <a:pt x="11531" y="8443"/>
                  </a:lnTo>
                  <a:cubicBezTo>
                    <a:pt x="11752" y="8443"/>
                    <a:pt x="11909" y="8286"/>
                    <a:pt x="11909" y="8097"/>
                  </a:cubicBezTo>
                  <a:cubicBezTo>
                    <a:pt x="11909" y="7876"/>
                    <a:pt x="11752" y="7719"/>
                    <a:pt x="11531" y="7719"/>
                  </a:cubicBezTo>
                  <a:lnTo>
                    <a:pt x="11185" y="7719"/>
                  </a:lnTo>
                  <a:lnTo>
                    <a:pt x="11185" y="1418"/>
                  </a:lnTo>
                  <a:lnTo>
                    <a:pt x="11531" y="1418"/>
                  </a:lnTo>
                  <a:cubicBezTo>
                    <a:pt x="11752" y="1418"/>
                    <a:pt x="11909" y="1260"/>
                    <a:pt x="11909" y="1071"/>
                  </a:cubicBezTo>
                  <a:cubicBezTo>
                    <a:pt x="11909" y="882"/>
                    <a:pt x="11752" y="725"/>
                    <a:pt x="11531" y="725"/>
                  </a:cubicBezTo>
                  <a:lnTo>
                    <a:pt x="6301" y="725"/>
                  </a:lnTo>
                  <a:lnTo>
                    <a:pt x="6301" y="378"/>
                  </a:lnTo>
                  <a:cubicBezTo>
                    <a:pt x="6301" y="158"/>
                    <a:pt x="6144" y="0"/>
                    <a:pt x="5955" y="0"/>
                  </a:cubicBez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4" name="Google Shape;1024;g354010766f9_2_1"/>
            <p:cNvSpPr/>
            <p:nvPr/>
          </p:nvSpPr>
          <p:spPr>
            <a:xfrm>
              <a:off x="1449475" y="4086575"/>
              <a:ext cx="17350" cy="52000"/>
            </a:xfrm>
            <a:custGeom>
              <a:avLst/>
              <a:gdLst/>
              <a:ahLst/>
              <a:cxnLst/>
              <a:rect l="l" t="t" r="r" b="b"/>
              <a:pathLst>
                <a:path w="694" h="2080" extrusionOk="0">
                  <a:moveTo>
                    <a:pt x="1" y="0"/>
                  </a:moveTo>
                  <a:lnTo>
                    <a:pt x="1" y="2080"/>
                  </a:lnTo>
                  <a:lnTo>
                    <a:pt x="694" y="2080"/>
                  </a:lnTo>
                  <a:lnTo>
                    <a:pt x="694" y="0"/>
                  </a:ln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5" name="Google Shape;1025;g354010766f9_2_1"/>
            <p:cNvSpPr/>
            <p:nvPr/>
          </p:nvSpPr>
          <p:spPr>
            <a:xfrm>
              <a:off x="1380175" y="4121225"/>
              <a:ext cx="17350" cy="17350"/>
            </a:xfrm>
            <a:custGeom>
              <a:avLst/>
              <a:gdLst/>
              <a:ahLst/>
              <a:cxnLst/>
              <a:rect l="l" t="t" r="r" b="b"/>
              <a:pathLst>
                <a:path w="694" h="694" extrusionOk="0">
                  <a:moveTo>
                    <a:pt x="0" y="0"/>
                  </a:moveTo>
                  <a:lnTo>
                    <a:pt x="0" y="694"/>
                  </a:lnTo>
                  <a:lnTo>
                    <a:pt x="693" y="694"/>
                  </a:lnTo>
                  <a:lnTo>
                    <a:pt x="693" y="0"/>
                  </a:ln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6" name="Google Shape;1026;g354010766f9_2_1"/>
            <p:cNvSpPr/>
            <p:nvPr/>
          </p:nvSpPr>
          <p:spPr>
            <a:xfrm>
              <a:off x="1518800" y="4051925"/>
              <a:ext cx="18125" cy="86650"/>
            </a:xfrm>
            <a:custGeom>
              <a:avLst/>
              <a:gdLst/>
              <a:ahLst/>
              <a:cxnLst/>
              <a:rect l="l" t="t" r="r" b="b"/>
              <a:pathLst>
                <a:path w="725" h="3466" extrusionOk="0">
                  <a:moveTo>
                    <a:pt x="0" y="0"/>
                  </a:moveTo>
                  <a:lnTo>
                    <a:pt x="0" y="3466"/>
                  </a:lnTo>
                  <a:lnTo>
                    <a:pt x="725" y="3466"/>
                  </a:lnTo>
                  <a:lnTo>
                    <a:pt x="725" y="0"/>
                  </a:lnTo>
                  <a:close/>
                </a:path>
              </a:pathLst>
            </a:cu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g354010766f9_2_29"/>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Mērķa sasniegšanas līdzekļu izvēle un pamatojums</a:t>
            </a:r>
            <a:endParaRPr i="1"/>
          </a:p>
        </p:txBody>
      </p:sp>
      <p:sp>
        <p:nvSpPr>
          <p:cNvPr id="1032" name="Google Shape;1032;g354010766f9_2_29"/>
          <p:cNvSpPr txBox="1">
            <a:spLocks noGrp="1"/>
          </p:cNvSpPr>
          <p:nvPr>
            <p:ph type="subTitle" idx="1"/>
          </p:nvPr>
        </p:nvSpPr>
        <p:spPr>
          <a:xfrm>
            <a:off x="713100" y="2654025"/>
            <a:ext cx="2455800" cy="4290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000"/>
              <a:buNone/>
            </a:pPr>
            <a:r>
              <a:rPr lang="en"/>
              <a:t>React</a:t>
            </a:r>
            <a:endParaRPr/>
          </a:p>
        </p:txBody>
      </p:sp>
      <p:sp>
        <p:nvSpPr>
          <p:cNvPr id="1033" name="Google Shape;1033;g354010766f9_2_29"/>
          <p:cNvSpPr txBox="1">
            <a:spLocks noGrp="1"/>
          </p:cNvSpPr>
          <p:nvPr>
            <p:ph type="subTitle" idx="4"/>
          </p:nvPr>
        </p:nvSpPr>
        <p:spPr>
          <a:xfrm>
            <a:off x="3382200" y="2654025"/>
            <a:ext cx="2455800" cy="4290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000"/>
              <a:buNone/>
            </a:pPr>
            <a:r>
              <a:rPr lang="en"/>
              <a:t>Laravel</a:t>
            </a:r>
            <a:endParaRPr/>
          </a:p>
        </p:txBody>
      </p:sp>
      <p:sp>
        <p:nvSpPr>
          <p:cNvPr id="1034" name="Google Shape;1034;g354010766f9_2_29"/>
          <p:cNvSpPr txBox="1">
            <a:spLocks noGrp="1"/>
          </p:cNvSpPr>
          <p:nvPr>
            <p:ph type="subTitle" idx="6"/>
          </p:nvPr>
        </p:nvSpPr>
        <p:spPr>
          <a:xfrm>
            <a:off x="5975100" y="2654025"/>
            <a:ext cx="2455800" cy="4290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000"/>
              <a:buNone/>
            </a:pPr>
            <a:r>
              <a:rPr lang="en"/>
              <a:t>Tailwind CSS</a:t>
            </a:r>
            <a:endParaRPr/>
          </a:p>
        </p:txBody>
      </p:sp>
      <p:sp>
        <p:nvSpPr>
          <p:cNvPr id="1035" name="Google Shape;1035;g354010766f9_2_29"/>
          <p:cNvSpPr txBox="1">
            <a:spLocks noGrp="1"/>
          </p:cNvSpPr>
          <p:nvPr>
            <p:ph type="subTitle" idx="8"/>
          </p:nvPr>
        </p:nvSpPr>
        <p:spPr>
          <a:xfrm>
            <a:off x="713100" y="4156250"/>
            <a:ext cx="2455800" cy="4290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000"/>
              <a:buNone/>
            </a:pPr>
            <a:r>
              <a:rPr lang="en"/>
              <a:t>i18next</a:t>
            </a:r>
            <a:endParaRPr/>
          </a:p>
        </p:txBody>
      </p:sp>
      <p:sp>
        <p:nvSpPr>
          <p:cNvPr id="1036" name="Google Shape;1036;g354010766f9_2_29"/>
          <p:cNvSpPr txBox="1">
            <a:spLocks noGrp="1"/>
          </p:cNvSpPr>
          <p:nvPr>
            <p:ph type="subTitle" idx="13"/>
          </p:nvPr>
        </p:nvSpPr>
        <p:spPr>
          <a:xfrm>
            <a:off x="3382200" y="4156250"/>
            <a:ext cx="2455800" cy="4290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000"/>
              <a:buNone/>
            </a:pPr>
            <a:r>
              <a:rPr lang="en"/>
              <a:t>Filament</a:t>
            </a:r>
            <a:endParaRPr/>
          </a:p>
        </p:txBody>
      </p:sp>
      <p:sp>
        <p:nvSpPr>
          <p:cNvPr id="1037" name="Google Shape;1037;g354010766f9_2_29"/>
          <p:cNvSpPr txBox="1">
            <a:spLocks noGrp="1"/>
          </p:cNvSpPr>
          <p:nvPr>
            <p:ph type="subTitle" idx="15"/>
          </p:nvPr>
        </p:nvSpPr>
        <p:spPr>
          <a:xfrm>
            <a:off x="5975100" y="4156250"/>
            <a:ext cx="2455800" cy="4290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000"/>
              <a:buNone/>
            </a:pPr>
            <a:r>
              <a:rPr lang="en"/>
              <a:t>Heroicons</a:t>
            </a:r>
            <a:endParaRPr/>
          </a:p>
        </p:txBody>
      </p:sp>
      <p:pic>
        <p:nvPicPr>
          <p:cNvPr id="1038" name="Google Shape;1038;g354010766f9_2_29"/>
          <p:cNvPicPr preferRelativeResize="0"/>
          <p:nvPr/>
        </p:nvPicPr>
        <p:blipFill>
          <a:blip r:embed="rId3">
            <a:alphaModFix/>
          </a:blip>
          <a:stretch>
            <a:fillRect/>
          </a:stretch>
        </p:blipFill>
        <p:spPr>
          <a:xfrm>
            <a:off x="1492312" y="1786025"/>
            <a:ext cx="897375" cy="897375"/>
          </a:xfrm>
          <a:prstGeom prst="rect">
            <a:avLst/>
          </a:prstGeom>
          <a:noFill/>
          <a:ln>
            <a:noFill/>
          </a:ln>
        </p:spPr>
      </p:pic>
      <p:pic>
        <p:nvPicPr>
          <p:cNvPr id="1039" name="Google Shape;1039;g354010766f9_2_29"/>
          <p:cNvPicPr preferRelativeResize="0"/>
          <p:nvPr/>
        </p:nvPicPr>
        <p:blipFill>
          <a:blip r:embed="rId4">
            <a:alphaModFix/>
          </a:blip>
          <a:stretch>
            <a:fillRect/>
          </a:stretch>
        </p:blipFill>
        <p:spPr>
          <a:xfrm>
            <a:off x="4138174" y="1787761"/>
            <a:ext cx="867663" cy="893891"/>
          </a:xfrm>
          <a:prstGeom prst="rect">
            <a:avLst/>
          </a:prstGeom>
          <a:noFill/>
          <a:ln>
            <a:noFill/>
          </a:ln>
        </p:spPr>
      </p:pic>
      <p:pic>
        <p:nvPicPr>
          <p:cNvPr id="1040" name="Google Shape;1040;g354010766f9_2_29"/>
          <p:cNvPicPr preferRelativeResize="0"/>
          <p:nvPr/>
        </p:nvPicPr>
        <p:blipFill>
          <a:blip r:embed="rId5">
            <a:alphaModFix/>
          </a:blip>
          <a:stretch>
            <a:fillRect/>
          </a:stretch>
        </p:blipFill>
        <p:spPr>
          <a:xfrm>
            <a:off x="6644200" y="1970437"/>
            <a:ext cx="1117599" cy="683600"/>
          </a:xfrm>
          <a:prstGeom prst="rect">
            <a:avLst/>
          </a:prstGeom>
          <a:noFill/>
          <a:ln>
            <a:noFill/>
          </a:ln>
        </p:spPr>
      </p:pic>
      <p:pic>
        <p:nvPicPr>
          <p:cNvPr id="1041" name="Google Shape;1041;g354010766f9_2_29"/>
          <p:cNvPicPr preferRelativeResize="0"/>
          <p:nvPr/>
        </p:nvPicPr>
        <p:blipFill>
          <a:blip r:embed="rId6">
            <a:alphaModFix/>
          </a:blip>
          <a:stretch>
            <a:fillRect/>
          </a:stretch>
        </p:blipFill>
        <p:spPr>
          <a:xfrm>
            <a:off x="6809325" y="3368900"/>
            <a:ext cx="787350" cy="787350"/>
          </a:xfrm>
          <a:prstGeom prst="rect">
            <a:avLst/>
          </a:prstGeom>
          <a:noFill/>
          <a:ln>
            <a:noFill/>
          </a:ln>
        </p:spPr>
      </p:pic>
      <p:pic>
        <p:nvPicPr>
          <p:cNvPr id="1042" name="Google Shape;1042;g354010766f9_2_29"/>
          <p:cNvPicPr preferRelativeResize="0"/>
          <p:nvPr/>
        </p:nvPicPr>
        <p:blipFill>
          <a:blip r:embed="rId7">
            <a:alphaModFix/>
          </a:blip>
          <a:stretch>
            <a:fillRect/>
          </a:stretch>
        </p:blipFill>
        <p:spPr>
          <a:xfrm>
            <a:off x="1492300" y="3258887"/>
            <a:ext cx="897375" cy="897375"/>
          </a:xfrm>
          <a:prstGeom prst="rect">
            <a:avLst/>
          </a:prstGeom>
          <a:noFill/>
          <a:ln>
            <a:noFill/>
          </a:ln>
        </p:spPr>
      </p:pic>
      <p:pic>
        <p:nvPicPr>
          <p:cNvPr id="1043" name="Google Shape;1043;g354010766f9_2_29" title="Filament Laravel (1).png"/>
          <p:cNvPicPr preferRelativeResize="0"/>
          <p:nvPr/>
        </p:nvPicPr>
        <p:blipFill>
          <a:blip r:embed="rId8">
            <a:alphaModFix/>
          </a:blip>
          <a:stretch>
            <a:fillRect/>
          </a:stretch>
        </p:blipFill>
        <p:spPr>
          <a:xfrm>
            <a:off x="3729488" y="3139962"/>
            <a:ext cx="1761224" cy="124523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g354010766f9_2_56"/>
          <p:cNvSpPr txBox="1">
            <a:spLocks noGrp="1"/>
          </p:cNvSpPr>
          <p:nvPr>
            <p:ph type="title"/>
          </p:nvPr>
        </p:nvSpPr>
        <p:spPr>
          <a:xfrm>
            <a:off x="713100" y="210487"/>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dirty="0" err="1"/>
              <a:t>Sistēmas</a:t>
            </a:r>
            <a:r>
              <a:rPr lang="en" dirty="0"/>
              <a:t> </a:t>
            </a:r>
            <a:r>
              <a:rPr lang="en" dirty="0" err="1"/>
              <a:t>struktūras</a:t>
            </a:r>
            <a:r>
              <a:rPr lang="en" dirty="0"/>
              <a:t> un datu </a:t>
            </a:r>
            <a:r>
              <a:rPr lang="en" dirty="0" err="1"/>
              <a:t>modelis</a:t>
            </a:r>
            <a:endParaRPr dirty="0"/>
          </a:p>
        </p:txBody>
      </p:sp>
      <p:pic>
        <p:nvPicPr>
          <p:cNvPr id="15" name="Picture 14" descr="A screenshot of a computer&#10;&#10;AI-generated content may be incorrect.">
            <a:extLst>
              <a:ext uri="{FF2B5EF4-FFF2-40B4-BE49-F238E27FC236}">
                <a16:creationId xmlns:a16="http://schemas.microsoft.com/office/drawing/2014/main" id="{72BFC049-EA4D-4660-F652-51F3B7840ADC}"/>
              </a:ext>
            </a:extLst>
          </p:cNvPr>
          <p:cNvPicPr>
            <a:picLocks noChangeAspect="1"/>
          </p:cNvPicPr>
          <p:nvPr/>
        </p:nvPicPr>
        <p:blipFill>
          <a:blip r:embed="rId3"/>
          <a:stretch>
            <a:fillRect/>
          </a:stretch>
        </p:blipFill>
        <p:spPr>
          <a:xfrm>
            <a:off x="2547943" y="783187"/>
            <a:ext cx="4048114" cy="423025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7">
          <a:extLst>
            <a:ext uri="{FF2B5EF4-FFF2-40B4-BE49-F238E27FC236}">
              <a16:creationId xmlns:a16="http://schemas.microsoft.com/office/drawing/2014/main" id="{7A0351FC-7A85-8908-ED08-817A27454033}"/>
            </a:ext>
          </a:extLst>
        </p:cNvPr>
        <p:cNvGrpSpPr/>
        <p:nvPr/>
      </p:nvGrpSpPr>
      <p:grpSpPr>
        <a:xfrm>
          <a:off x="0" y="0"/>
          <a:ext cx="0" cy="0"/>
          <a:chOff x="0" y="0"/>
          <a:chExt cx="0" cy="0"/>
        </a:xfrm>
      </p:grpSpPr>
      <p:sp>
        <p:nvSpPr>
          <p:cNvPr id="1048" name="Google Shape;1048;g354010766f9_2_56">
            <a:extLst>
              <a:ext uri="{FF2B5EF4-FFF2-40B4-BE49-F238E27FC236}">
                <a16:creationId xmlns:a16="http://schemas.microsoft.com/office/drawing/2014/main" id="{E601D844-27A7-6A97-03D3-2147F8D15813}"/>
              </a:ext>
            </a:extLst>
          </p:cNvPr>
          <p:cNvSpPr txBox="1">
            <a:spLocks noGrp="1"/>
          </p:cNvSpPr>
          <p:nvPr>
            <p:ph type="title"/>
          </p:nvPr>
        </p:nvSpPr>
        <p:spPr>
          <a:xfrm>
            <a:off x="713100" y="-726684"/>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dirty="0" err="1"/>
              <a:t>Sistēmas</a:t>
            </a:r>
            <a:r>
              <a:rPr lang="en" dirty="0"/>
              <a:t> </a:t>
            </a:r>
            <a:r>
              <a:rPr lang="en" dirty="0" err="1"/>
              <a:t>struktūras</a:t>
            </a:r>
            <a:r>
              <a:rPr lang="en" dirty="0"/>
              <a:t> un datu </a:t>
            </a:r>
            <a:r>
              <a:rPr lang="en" dirty="0" err="1"/>
              <a:t>modelis</a:t>
            </a:r>
            <a:endParaRPr dirty="0"/>
          </a:p>
        </p:txBody>
      </p:sp>
      <p:pic>
        <p:nvPicPr>
          <p:cNvPr id="5" name="Picture 4">
            <a:extLst>
              <a:ext uri="{FF2B5EF4-FFF2-40B4-BE49-F238E27FC236}">
                <a16:creationId xmlns:a16="http://schemas.microsoft.com/office/drawing/2014/main" id="{947D7C0E-86D8-A1AA-4D1C-6C8B516A5F74}"/>
              </a:ext>
            </a:extLst>
          </p:cNvPr>
          <p:cNvPicPr>
            <a:picLocks noChangeAspect="1"/>
          </p:cNvPicPr>
          <p:nvPr/>
        </p:nvPicPr>
        <p:blipFill>
          <a:blip r:embed="rId3"/>
          <a:srcRect r="36877" b="61019"/>
          <a:stretch/>
        </p:blipFill>
        <p:spPr>
          <a:xfrm>
            <a:off x="1104687" y="328075"/>
            <a:ext cx="6934625" cy="4475003"/>
          </a:xfrm>
          <a:prstGeom prst="rect">
            <a:avLst/>
          </a:prstGeom>
        </p:spPr>
      </p:pic>
    </p:spTree>
    <p:extLst>
      <p:ext uri="{BB962C8B-B14F-4D97-AF65-F5344CB8AC3E}">
        <p14:creationId xmlns:p14="http://schemas.microsoft.com/office/powerpoint/2010/main" val="5941325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7">
          <a:extLst>
            <a:ext uri="{FF2B5EF4-FFF2-40B4-BE49-F238E27FC236}">
              <a16:creationId xmlns:a16="http://schemas.microsoft.com/office/drawing/2014/main" id="{CA60CF62-5E40-942E-5F99-A0F8F288553F}"/>
            </a:ext>
          </a:extLst>
        </p:cNvPr>
        <p:cNvGrpSpPr/>
        <p:nvPr/>
      </p:nvGrpSpPr>
      <p:grpSpPr>
        <a:xfrm>
          <a:off x="0" y="0"/>
          <a:ext cx="0" cy="0"/>
          <a:chOff x="0" y="0"/>
          <a:chExt cx="0" cy="0"/>
        </a:xfrm>
      </p:grpSpPr>
      <p:sp>
        <p:nvSpPr>
          <p:cNvPr id="1048" name="Google Shape;1048;g354010766f9_2_56">
            <a:extLst>
              <a:ext uri="{FF2B5EF4-FFF2-40B4-BE49-F238E27FC236}">
                <a16:creationId xmlns:a16="http://schemas.microsoft.com/office/drawing/2014/main" id="{01B79DED-FB80-B603-E6D0-8E610791E899}"/>
              </a:ext>
            </a:extLst>
          </p:cNvPr>
          <p:cNvSpPr txBox="1">
            <a:spLocks noGrp="1"/>
          </p:cNvSpPr>
          <p:nvPr>
            <p:ph type="title"/>
          </p:nvPr>
        </p:nvSpPr>
        <p:spPr>
          <a:xfrm>
            <a:off x="713100" y="-726684"/>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dirty="0" err="1"/>
              <a:t>Sistēmas</a:t>
            </a:r>
            <a:r>
              <a:rPr lang="en" dirty="0"/>
              <a:t> </a:t>
            </a:r>
            <a:r>
              <a:rPr lang="en" dirty="0" err="1"/>
              <a:t>struktūras</a:t>
            </a:r>
            <a:r>
              <a:rPr lang="en" dirty="0"/>
              <a:t> un datu </a:t>
            </a:r>
            <a:r>
              <a:rPr lang="en" dirty="0" err="1"/>
              <a:t>modelis</a:t>
            </a:r>
            <a:endParaRPr dirty="0"/>
          </a:p>
        </p:txBody>
      </p:sp>
      <p:pic>
        <p:nvPicPr>
          <p:cNvPr id="4" name="Picture 3" descr="A screenshot of a computer&#10;&#10;AI-generated content may be incorrect.">
            <a:extLst>
              <a:ext uri="{FF2B5EF4-FFF2-40B4-BE49-F238E27FC236}">
                <a16:creationId xmlns:a16="http://schemas.microsoft.com/office/drawing/2014/main" id="{9AD94BA1-C119-D16B-A011-C95EE99636BC}"/>
              </a:ext>
            </a:extLst>
          </p:cNvPr>
          <p:cNvPicPr>
            <a:picLocks noChangeAspect="1"/>
          </p:cNvPicPr>
          <p:nvPr/>
        </p:nvPicPr>
        <p:blipFill>
          <a:blip r:embed="rId3"/>
          <a:srcRect t="34740" r="36365"/>
          <a:stretch/>
        </p:blipFill>
        <p:spPr>
          <a:xfrm>
            <a:off x="2270689" y="105486"/>
            <a:ext cx="4602622" cy="4932528"/>
          </a:xfrm>
          <a:prstGeom prst="rect">
            <a:avLst/>
          </a:prstGeom>
        </p:spPr>
      </p:pic>
    </p:spTree>
    <p:extLst>
      <p:ext uri="{BB962C8B-B14F-4D97-AF65-F5344CB8AC3E}">
        <p14:creationId xmlns:p14="http://schemas.microsoft.com/office/powerpoint/2010/main" val="477537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7">
          <a:extLst>
            <a:ext uri="{FF2B5EF4-FFF2-40B4-BE49-F238E27FC236}">
              <a16:creationId xmlns:a16="http://schemas.microsoft.com/office/drawing/2014/main" id="{68FEE4F8-B379-0C55-34BD-85D4BF01B001}"/>
            </a:ext>
          </a:extLst>
        </p:cNvPr>
        <p:cNvGrpSpPr/>
        <p:nvPr/>
      </p:nvGrpSpPr>
      <p:grpSpPr>
        <a:xfrm>
          <a:off x="0" y="0"/>
          <a:ext cx="0" cy="0"/>
          <a:chOff x="0" y="0"/>
          <a:chExt cx="0" cy="0"/>
        </a:xfrm>
      </p:grpSpPr>
      <p:sp>
        <p:nvSpPr>
          <p:cNvPr id="1048" name="Google Shape;1048;g354010766f9_2_56">
            <a:extLst>
              <a:ext uri="{FF2B5EF4-FFF2-40B4-BE49-F238E27FC236}">
                <a16:creationId xmlns:a16="http://schemas.microsoft.com/office/drawing/2014/main" id="{B312788A-F7C4-5E8D-EE81-5020E84E67FF}"/>
              </a:ext>
            </a:extLst>
          </p:cNvPr>
          <p:cNvSpPr txBox="1">
            <a:spLocks noGrp="1"/>
          </p:cNvSpPr>
          <p:nvPr>
            <p:ph type="title"/>
          </p:nvPr>
        </p:nvSpPr>
        <p:spPr>
          <a:xfrm>
            <a:off x="713100" y="-726684"/>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dirty="0" err="1"/>
              <a:t>Sistēmas</a:t>
            </a:r>
            <a:r>
              <a:rPr lang="en" dirty="0"/>
              <a:t> </a:t>
            </a:r>
            <a:r>
              <a:rPr lang="en" dirty="0" err="1"/>
              <a:t>struktūras</a:t>
            </a:r>
            <a:r>
              <a:rPr lang="en" dirty="0"/>
              <a:t> un datu </a:t>
            </a:r>
            <a:r>
              <a:rPr lang="en" dirty="0" err="1"/>
              <a:t>modelis</a:t>
            </a:r>
            <a:endParaRPr dirty="0"/>
          </a:p>
        </p:txBody>
      </p:sp>
      <p:pic>
        <p:nvPicPr>
          <p:cNvPr id="4" name="Picture 3" descr="A screenshot of a computer&#10;&#10;AI-generated content may be incorrect.">
            <a:extLst>
              <a:ext uri="{FF2B5EF4-FFF2-40B4-BE49-F238E27FC236}">
                <a16:creationId xmlns:a16="http://schemas.microsoft.com/office/drawing/2014/main" id="{8ADC8276-CA3E-5BF9-C645-05BC06A4B404}"/>
              </a:ext>
            </a:extLst>
          </p:cNvPr>
          <p:cNvPicPr>
            <a:picLocks noChangeAspect="1"/>
          </p:cNvPicPr>
          <p:nvPr/>
        </p:nvPicPr>
        <p:blipFill>
          <a:blip r:embed="rId3"/>
          <a:srcRect t="34740" r="36365" b="21593"/>
          <a:stretch/>
        </p:blipFill>
        <p:spPr>
          <a:xfrm>
            <a:off x="1568759" y="418188"/>
            <a:ext cx="6006482" cy="4307123"/>
          </a:xfrm>
          <a:prstGeom prst="rect">
            <a:avLst/>
          </a:prstGeom>
        </p:spPr>
      </p:pic>
    </p:spTree>
    <p:extLst>
      <p:ext uri="{BB962C8B-B14F-4D97-AF65-F5344CB8AC3E}">
        <p14:creationId xmlns:p14="http://schemas.microsoft.com/office/powerpoint/2010/main" val="7409220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7">
          <a:extLst>
            <a:ext uri="{FF2B5EF4-FFF2-40B4-BE49-F238E27FC236}">
              <a16:creationId xmlns:a16="http://schemas.microsoft.com/office/drawing/2014/main" id="{2D551ADC-8274-2530-1E10-707022916E49}"/>
            </a:ext>
          </a:extLst>
        </p:cNvPr>
        <p:cNvGrpSpPr/>
        <p:nvPr/>
      </p:nvGrpSpPr>
      <p:grpSpPr>
        <a:xfrm>
          <a:off x="0" y="0"/>
          <a:ext cx="0" cy="0"/>
          <a:chOff x="0" y="0"/>
          <a:chExt cx="0" cy="0"/>
        </a:xfrm>
      </p:grpSpPr>
      <p:sp>
        <p:nvSpPr>
          <p:cNvPr id="1048" name="Google Shape;1048;g354010766f9_2_56">
            <a:extLst>
              <a:ext uri="{FF2B5EF4-FFF2-40B4-BE49-F238E27FC236}">
                <a16:creationId xmlns:a16="http://schemas.microsoft.com/office/drawing/2014/main" id="{DC96A529-A3E7-616F-FBB3-EC578FB0471D}"/>
              </a:ext>
            </a:extLst>
          </p:cNvPr>
          <p:cNvSpPr txBox="1">
            <a:spLocks noGrp="1"/>
          </p:cNvSpPr>
          <p:nvPr>
            <p:ph type="title"/>
          </p:nvPr>
        </p:nvSpPr>
        <p:spPr>
          <a:xfrm>
            <a:off x="713100" y="-726684"/>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dirty="0" err="1"/>
              <a:t>Sistēmas</a:t>
            </a:r>
            <a:r>
              <a:rPr lang="en" dirty="0"/>
              <a:t> </a:t>
            </a:r>
            <a:r>
              <a:rPr lang="en" dirty="0" err="1"/>
              <a:t>struktūras</a:t>
            </a:r>
            <a:r>
              <a:rPr lang="en" dirty="0"/>
              <a:t> un datu </a:t>
            </a:r>
            <a:r>
              <a:rPr lang="en" dirty="0" err="1"/>
              <a:t>modelis</a:t>
            </a:r>
            <a:endParaRPr dirty="0"/>
          </a:p>
        </p:txBody>
      </p:sp>
      <p:pic>
        <p:nvPicPr>
          <p:cNvPr id="4" name="Picture 3" descr="A screenshot of a computer&#10;&#10;AI-generated content may be incorrect.">
            <a:extLst>
              <a:ext uri="{FF2B5EF4-FFF2-40B4-BE49-F238E27FC236}">
                <a16:creationId xmlns:a16="http://schemas.microsoft.com/office/drawing/2014/main" id="{8307D92F-F20B-6492-6887-73D807A4F75B}"/>
              </a:ext>
            </a:extLst>
          </p:cNvPr>
          <p:cNvPicPr>
            <a:picLocks noChangeAspect="1"/>
          </p:cNvPicPr>
          <p:nvPr/>
        </p:nvPicPr>
        <p:blipFill>
          <a:blip r:embed="rId3"/>
          <a:srcRect t="61647" r="36365"/>
          <a:stretch/>
        </p:blipFill>
        <p:spPr>
          <a:xfrm>
            <a:off x="1348638" y="541614"/>
            <a:ext cx="6446723" cy="4060272"/>
          </a:xfrm>
          <a:prstGeom prst="rect">
            <a:avLst/>
          </a:prstGeom>
        </p:spPr>
      </p:pic>
    </p:spTree>
    <p:extLst>
      <p:ext uri="{BB962C8B-B14F-4D97-AF65-F5344CB8AC3E}">
        <p14:creationId xmlns:p14="http://schemas.microsoft.com/office/powerpoint/2010/main" val="2906610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7">
          <a:extLst>
            <a:ext uri="{FF2B5EF4-FFF2-40B4-BE49-F238E27FC236}">
              <a16:creationId xmlns:a16="http://schemas.microsoft.com/office/drawing/2014/main" id="{0E504A35-CDB3-001D-CCB3-C02778DF6695}"/>
            </a:ext>
          </a:extLst>
        </p:cNvPr>
        <p:cNvGrpSpPr/>
        <p:nvPr/>
      </p:nvGrpSpPr>
      <p:grpSpPr>
        <a:xfrm>
          <a:off x="0" y="0"/>
          <a:ext cx="0" cy="0"/>
          <a:chOff x="0" y="0"/>
          <a:chExt cx="0" cy="0"/>
        </a:xfrm>
      </p:grpSpPr>
      <p:sp>
        <p:nvSpPr>
          <p:cNvPr id="1048" name="Google Shape;1048;g354010766f9_2_56">
            <a:extLst>
              <a:ext uri="{FF2B5EF4-FFF2-40B4-BE49-F238E27FC236}">
                <a16:creationId xmlns:a16="http://schemas.microsoft.com/office/drawing/2014/main" id="{3B44FE34-CD0F-8922-0488-7B954826B000}"/>
              </a:ext>
            </a:extLst>
          </p:cNvPr>
          <p:cNvSpPr txBox="1">
            <a:spLocks noGrp="1"/>
          </p:cNvSpPr>
          <p:nvPr>
            <p:ph type="title"/>
          </p:nvPr>
        </p:nvSpPr>
        <p:spPr>
          <a:xfrm>
            <a:off x="713100" y="-726684"/>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dirty="0" err="1"/>
              <a:t>Sistēmas</a:t>
            </a:r>
            <a:r>
              <a:rPr lang="en" dirty="0"/>
              <a:t> </a:t>
            </a:r>
            <a:r>
              <a:rPr lang="en" dirty="0" err="1"/>
              <a:t>struktūras</a:t>
            </a:r>
            <a:r>
              <a:rPr lang="en" dirty="0"/>
              <a:t> un datu </a:t>
            </a:r>
            <a:r>
              <a:rPr lang="en" dirty="0" err="1"/>
              <a:t>modelis</a:t>
            </a:r>
            <a:endParaRPr dirty="0"/>
          </a:p>
        </p:txBody>
      </p:sp>
      <p:pic>
        <p:nvPicPr>
          <p:cNvPr id="4" name="Picture 3" descr="A screenshot of a computer&#10;&#10;AI-generated content may be incorrect.">
            <a:extLst>
              <a:ext uri="{FF2B5EF4-FFF2-40B4-BE49-F238E27FC236}">
                <a16:creationId xmlns:a16="http://schemas.microsoft.com/office/drawing/2014/main" id="{B055739C-4F64-B195-E7EE-4EE5C5EF5D84}"/>
              </a:ext>
            </a:extLst>
          </p:cNvPr>
          <p:cNvPicPr>
            <a:picLocks noChangeAspect="1"/>
          </p:cNvPicPr>
          <p:nvPr/>
        </p:nvPicPr>
        <p:blipFill>
          <a:blip r:embed="rId3"/>
          <a:srcRect l="42563" t="26096" b="19919"/>
          <a:stretch/>
        </p:blipFill>
        <p:spPr>
          <a:xfrm>
            <a:off x="2063692" y="113638"/>
            <a:ext cx="5016616" cy="4927360"/>
          </a:xfrm>
          <a:prstGeom prst="rect">
            <a:avLst/>
          </a:prstGeom>
        </p:spPr>
      </p:pic>
    </p:spTree>
    <p:extLst>
      <p:ext uri="{BB962C8B-B14F-4D97-AF65-F5344CB8AC3E}">
        <p14:creationId xmlns:p14="http://schemas.microsoft.com/office/powerpoint/2010/main" val="31317086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7">
          <a:extLst>
            <a:ext uri="{FF2B5EF4-FFF2-40B4-BE49-F238E27FC236}">
              <a16:creationId xmlns:a16="http://schemas.microsoft.com/office/drawing/2014/main" id="{B1A53308-3907-97BA-476D-0400DDAB475B}"/>
            </a:ext>
          </a:extLst>
        </p:cNvPr>
        <p:cNvGrpSpPr/>
        <p:nvPr/>
      </p:nvGrpSpPr>
      <p:grpSpPr>
        <a:xfrm>
          <a:off x="0" y="0"/>
          <a:ext cx="0" cy="0"/>
          <a:chOff x="0" y="0"/>
          <a:chExt cx="0" cy="0"/>
        </a:xfrm>
      </p:grpSpPr>
      <p:sp>
        <p:nvSpPr>
          <p:cNvPr id="1048" name="Google Shape;1048;g354010766f9_2_56">
            <a:extLst>
              <a:ext uri="{FF2B5EF4-FFF2-40B4-BE49-F238E27FC236}">
                <a16:creationId xmlns:a16="http://schemas.microsoft.com/office/drawing/2014/main" id="{595D3342-2743-3004-9B2A-05B6F3F6D2A2}"/>
              </a:ext>
            </a:extLst>
          </p:cNvPr>
          <p:cNvSpPr txBox="1">
            <a:spLocks noGrp="1"/>
          </p:cNvSpPr>
          <p:nvPr>
            <p:ph type="title"/>
          </p:nvPr>
        </p:nvSpPr>
        <p:spPr>
          <a:xfrm>
            <a:off x="713100" y="210487"/>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dirty="0" err="1"/>
              <a:t>Sistēmas</a:t>
            </a:r>
            <a:r>
              <a:rPr lang="en" dirty="0"/>
              <a:t> </a:t>
            </a:r>
            <a:r>
              <a:rPr lang="en" dirty="0" err="1"/>
              <a:t>struktūras</a:t>
            </a:r>
            <a:r>
              <a:rPr lang="en" dirty="0"/>
              <a:t> un datu </a:t>
            </a:r>
            <a:r>
              <a:rPr lang="en" dirty="0" err="1"/>
              <a:t>modelis</a:t>
            </a:r>
            <a:endParaRPr dirty="0"/>
          </a:p>
        </p:txBody>
      </p:sp>
      <p:pic>
        <p:nvPicPr>
          <p:cNvPr id="3" name="Picture 2" descr="A screenshot of a computer&#10;&#10;AI-generated content may be incorrect.">
            <a:extLst>
              <a:ext uri="{FF2B5EF4-FFF2-40B4-BE49-F238E27FC236}">
                <a16:creationId xmlns:a16="http://schemas.microsoft.com/office/drawing/2014/main" id="{54BA5DF8-306F-19F0-E5E0-81CCA39F29E4}"/>
              </a:ext>
            </a:extLst>
          </p:cNvPr>
          <p:cNvPicPr>
            <a:picLocks noChangeAspect="1"/>
          </p:cNvPicPr>
          <p:nvPr/>
        </p:nvPicPr>
        <p:blipFill>
          <a:blip r:embed="rId3"/>
          <a:stretch>
            <a:fillRect/>
          </a:stretch>
        </p:blipFill>
        <p:spPr>
          <a:xfrm>
            <a:off x="2547943" y="783187"/>
            <a:ext cx="4048114" cy="4230254"/>
          </a:xfrm>
          <a:prstGeom prst="rect">
            <a:avLst/>
          </a:prstGeom>
        </p:spPr>
      </p:pic>
    </p:spTree>
    <p:extLst>
      <p:ext uri="{BB962C8B-B14F-4D97-AF65-F5344CB8AC3E}">
        <p14:creationId xmlns:p14="http://schemas.microsoft.com/office/powerpoint/2010/main" val="32792809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g354010766f9_2_75"/>
          <p:cNvSpPr txBox="1">
            <a:spLocks noGrp="1"/>
          </p:cNvSpPr>
          <p:nvPr>
            <p:ph type="title"/>
          </p:nvPr>
        </p:nvSpPr>
        <p:spPr>
          <a:xfrm>
            <a:off x="713100" y="230381"/>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dirty="0" err="1"/>
              <a:t>Funkcionālais</a:t>
            </a:r>
            <a:r>
              <a:rPr lang="en" dirty="0"/>
              <a:t> un </a:t>
            </a:r>
            <a:r>
              <a:rPr lang="en" dirty="0" err="1"/>
              <a:t>dinamiskais</a:t>
            </a:r>
            <a:r>
              <a:rPr lang="en" dirty="0"/>
              <a:t> </a:t>
            </a:r>
            <a:r>
              <a:rPr lang="en" dirty="0" err="1"/>
              <a:t>sistēmas</a:t>
            </a:r>
            <a:r>
              <a:rPr lang="en" dirty="0"/>
              <a:t> </a:t>
            </a:r>
            <a:r>
              <a:rPr lang="en" dirty="0" err="1"/>
              <a:t>modelis</a:t>
            </a:r>
            <a:endParaRPr dirty="0"/>
          </a:p>
          <a:p>
            <a:pPr marL="0" lvl="0" indent="0" algn="ctr" rtl="0">
              <a:lnSpc>
                <a:spcPct val="100000"/>
              </a:lnSpc>
              <a:spcBef>
                <a:spcPts val="0"/>
              </a:spcBef>
              <a:spcAft>
                <a:spcPts val="0"/>
              </a:spcAft>
              <a:buSzPts val="2800"/>
              <a:buNone/>
            </a:pPr>
            <a:endParaRPr dirty="0"/>
          </a:p>
        </p:txBody>
      </p:sp>
      <p:pic>
        <p:nvPicPr>
          <p:cNvPr id="1049" name="Picture 1048" descr="A black screen with white text&#10;&#10;AI-generated content may be incorrect.">
            <a:extLst>
              <a:ext uri="{FF2B5EF4-FFF2-40B4-BE49-F238E27FC236}">
                <a16:creationId xmlns:a16="http://schemas.microsoft.com/office/drawing/2014/main" id="{B00CA956-D081-2F63-508B-BEE156A2FEF2}"/>
              </a:ext>
            </a:extLst>
          </p:cNvPr>
          <p:cNvPicPr>
            <a:picLocks noChangeAspect="1"/>
          </p:cNvPicPr>
          <p:nvPr/>
        </p:nvPicPr>
        <p:blipFill>
          <a:blip r:embed="rId3"/>
          <a:stretch>
            <a:fillRect/>
          </a:stretch>
        </p:blipFill>
        <p:spPr>
          <a:xfrm>
            <a:off x="1032641" y="1337829"/>
            <a:ext cx="6829892" cy="332876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g354010766f9_2_83"/>
          <p:cNvSpPr txBox="1">
            <a:spLocks noGrp="1"/>
          </p:cNvSpPr>
          <p:nvPr>
            <p:ph type="title"/>
          </p:nvPr>
        </p:nvSpPr>
        <p:spPr>
          <a:xfrm>
            <a:off x="713163" y="2179263"/>
            <a:ext cx="3729300" cy="997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6000"/>
              <a:buNone/>
            </a:pPr>
            <a:r>
              <a:rPr lang="en"/>
              <a:t>Auto testi</a:t>
            </a:r>
            <a:endParaRPr/>
          </a:p>
        </p:txBody>
      </p:sp>
      <p:sp>
        <p:nvSpPr>
          <p:cNvPr id="1061" name="Google Shape;1061;g354010766f9_2_83"/>
          <p:cNvSpPr txBox="1">
            <a:spLocks noGrp="1"/>
          </p:cNvSpPr>
          <p:nvPr>
            <p:ph type="subTitle" idx="1"/>
          </p:nvPr>
        </p:nvSpPr>
        <p:spPr>
          <a:xfrm>
            <a:off x="713151" y="3342063"/>
            <a:ext cx="3729300" cy="429000"/>
          </a:xfrm>
          <a:prstGeom prst="rect">
            <a:avLst/>
          </a:pr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a:solidFill>
                  <a:schemeClr val="lt1"/>
                </a:solidFill>
              </a:rPr>
              <a:t>1 piemērs</a:t>
            </a:r>
            <a:endParaRPr>
              <a:solidFill>
                <a:schemeClr val="lt1"/>
              </a:solidFill>
            </a:endParaRPr>
          </a:p>
        </p:txBody>
      </p:sp>
      <p:sp>
        <p:nvSpPr>
          <p:cNvPr id="1062" name="Google Shape;1062;g354010766f9_2_83"/>
          <p:cNvSpPr txBox="1">
            <a:spLocks noGrp="1"/>
          </p:cNvSpPr>
          <p:nvPr>
            <p:ph type="subTitle" idx="3"/>
          </p:nvPr>
        </p:nvSpPr>
        <p:spPr>
          <a:xfrm>
            <a:off x="4701526" y="3342063"/>
            <a:ext cx="3729300" cy="429000"/>
          </a:xfrm>
          <a:prstGeom prst="rect">
            <a:avLst/>
          </a:pr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800"/>
              <a:buNone/>
            </a:pPr>
            <a:r>
              <a:rPr lang="en">
                <a:solidFill>
                  <a:schemeClr val="lt1"/>
                </a:solidFill>
              </a:rPr>
              <a:t>3 testētāji</a:t>
            </a:r>
            <a:endParaRPr>
              <a:solidFill>
                <a:schemeClr val="lt1"/>
              </a:solidFill>
            </a:endParaRPr>
          </a:p>
        </p:txBody>
      </p:sp>
      <p:sp>
        <p:nvSpPr>
          <p:cNvPr id="1063" name="Google Shape;1063;g354010766f9_2_83"/>
          <p:cNvSpPr txBox="1">
            <a:spLocks noGrp="1"/>
          </p:cNvSpPr>
          <p:nvPr>
            <p:ph type="title" idx="2"/>
          </p:nvPr>
        </p:nvSpPr>
        <p:spPr>
          <a:xfrm>
            <a:off x="4701538" y="2179263"/>
            <a:ext cx="3729300" cy="997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6000"/>
              <a:buNone/>
            </a:pPr>
            <a:r>
              <a:rPr lang="en"/>
              <a:t>Beta testi</a:t>
            </a:r>
            <a:endParaRPr/>
          </a:p>
        </p:txBody>
      </p:sp>
      <p:sp>
        <p:nvSpPr>
          <p:cNvPr id="1064" name="Google Shape;1064;g354010766f9_2_83"/>
          <p:cNvSpPr txBox="1">
            <a:spLocks noGrp="1"/>
          </p:cNvSpPr>
          <p:nvPr>
            <p:ph type="title" idx="4"/>
          </p:nvPr>
        </p:nvSpPr>
        <p:spPr>
          <a:xfrm>
            <a:off x="2707350" y="736288"/>
            <a:ext cx="3729300" cy="997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6000"/>
              <a:buNone/>
            </a:pPr>
            <a:r>
              <a:rPr lang="en"/>
              <a:t>Testēšana</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g354010766f9_2_93"/>
          <p:cNvSpPr txBox="1"/>
          <p:nvPr/>
        </p:nvSpPr>
        <p:spPr>
          <a:xfrm>
            <a:off x="4541175" y="1874175"/>
            <a:ext cx="4209600" cy="17397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00000"/>
              </a:lnSpc>
              <a:spcBef>
                <a:spcPts val="0"/>
              </a:spcBef>
              <a:spcAft>
                <a:spcPts val="0"/>
              </a:spcAft>
              <a:buClr>
                <a:schemeClr val="lt1"/>
              </a:buClr>
              <a:buSzPts val="1400"/>
              <a:buFont typeface="Barlow Medium"/>
              <a:buAutoNum type="arabicPeriod"/>
            </a:pPr>
            <a:r>
              <a:rPr lang="en" dirty="0" err="1">
                <a:solidFill>
                  <a:schemeClr val="lt1"/>
                </a:solidFill>
                <a:latin typeface="Barlow Medium"/>
                <a:ea typeface="Barlow Medium"/>
                <a:cs typeface="Barlow Medium"/>
                <a:sym typeface="Barlow Medium"/>
              </a:rPr>
              <a:t>Atgriež</a:t>
            </a:r>
            <a:r>
              <a:rPr lang="en" dirty="0">
                <a:solidFill>
                  <a:schemeClr val="lt1"/>
                </a:solidFill>
                <a:latin typeface="Barlow Medium"/>
                <a:ea typeface="Barlow Medium"/>
                <a:cs typeface="Barlow Medium"/>
                <a:sym typeface="Barlow Medium"/>
              </a:rPr>
              <a:t> </a:t>
            </a:r>
            <a:r>
              <a:rPr lang="en" dirty="0" err="1">
                <a:solidFill>
                  <a:schemeClr val="lt1"/>
                </a:solidFill>
                <a:latin typeface="Barlow Medium"/>
                <a:ea typeface="Barlow Medium"/>
                <a:cs typeface="Barlow Medium"/>
                <a:sym typeface="Barlow Medium"/>
              </a:rPr>
              <a:t>pareizu</a:t>
            </a:r>
            <a:r>
              <a:rPr lang="en" dirty="0">
                <a:solidFill>
                  <a:schemeClr val="lt1"/>
                </a:solidFill>
                <a:latin typeface="Barlow Medium"/>
                <a:ea typeface="Barlow Medium"/>
                <a:cs typeface="Barlow Medium"/>
                <a:sym typeface="Barlow Medium"/>
              </a:rPr>
              <a:t> </a:t>
            </a:r>
            <a:r>
              <a:rPr lang="en" dirty="0" err="1">
                <a:solidFill>
                  <a:schemeClr val="lt1"/>
                </a:solidFill>
                <a:latin typeface="Barlow Medium"/>
                <a:ea typeface="Barlow Medium"/>
                <a:cs typeface="Barlow Medium"/>
                <a:sym typeface="Barlow Medium"/>
              </a:rPr>
              <a:t>atbildi</a:t>
            </a:r>
            <a:r>
              <a:rPr lang="en" dirty="0">
                <a:solidFill>
                  <a:schemeClr val="lt1"/>
                </a:solidFill>
                <a:latin typeface="Barlow Medium"/>
                <a:ea typeface="Barlow Medium"/>
                <a:cs typeface="Barlow Medium"/>
                <a:sym typeface="Barlow Medium"/>
              </a:rPr>
              <a:t>, ja </a:t>
            </a:r>
            <a:r>
              <a:rPr lang="en" dirty="0" err="1">
                <a:solidFill>
                  <a:schemeClr val="lt1"/>
                </a:solidFill>
                <a:latin typeface="Barlow Medium"/>
                <a:ea typeface="Barlow Medium"/>
                <a:cs typeface="Barlow Medium"/>
                <a:sym typeface="Barlow Medium"/>
              </a:rPr>
              <a:t>rallijs</a:t>
            </a:r>
            <a:r>
              <a:rPr lang="en" dirty="0">
                <a:solidFill>
                  <a:schemeClr val="lt1"/>
                </a:solidFill>
                <a:latin typeface="Barlow Medium"/>
                <a:ea typeface="Barlow Medium"/>
                <a:cs typeface="Barlow Medium"/>
                <a:sym typeface="Barlow Medium"/>
              </a:rPr>
              <a:t> </a:t>
            </a:r>
            <a:r>
              <a:rPr lang="en" dirty="0" err="1">
                <a:solidFill>
                  <a:schemeClr val="lt1"/>
                </a:solidFill>
                <a:latin typeface="Barlow Medium"/>
                <a:ea typeface="Barlow Medium"/>
                <a:cs typeface="Barlow Medium"/>
                <a:sym typeface="Barlow Medium"/>
              </a:rPr>
              <a:t>nepastāv</a:t>
            </a:r>
            <a:r>
              <a:rPr lang="en" dirty="0">
                <a:solidFill>
                  <a:schemeClr val="lt1"/>
                </a:solidFill>
                <a:latin typeface="Barlow Medium"/>
                <a:ea typeface="Barlow Medium"/>
                <a:cs typeface="Barlow Medium"/>
                <a:sym typeface="Barlow Medium"/>
              </a:rPr>
              <a:t>.</a:t>
            </a:r>
            <a:endParaRPr dirty="0">
              <a:solidFill>
                <a:schemeClr val="lt1"/>
              </a:solidFill>
              <a:latin typeface="Barlow Medium"/>
              <a:ea typeface="Barlow Medium"/>
              <a:cs typeface="Barlow Medium"/>
              <a:sym typeface="Barlow Medium"/>
            </a:endParaRPr>
          </a:p>
          <a:p>
            <a:pPr marL="457200" marR="0" lvl="0" indent="-317500" algn="l" rtl="0">
              <a:lnSpc>
                <a:spcPct val="100000"/>
              </a:lnSpc>
              <a:spcBef>
                <a:spcPts val="0"/>
              </a:spcBef>
              <a:spcAft>
                <a:spcPts val="0"/>
              </a:spcAft>
              <a:buClr>
                <a:schemeClr val="lt1"/>
              </a:buClr>
              <a:buSzPts val="1400"/>
              <a:buFont typeface="Barlow Medium"/>
              <a:buAutoNum type="arabicPeriod"/>
            </a:pPr>
            <a:r>
              <a:rPr lang="en" dirty="0" err="1">
                <a:solidFill>
                  <a:schemeClr val="lt1"/>
                </a:solidFill>
                <a:latin typeface="Barlow Medium"/>
                <a:ea typeface="Barlow Medium"/>
                <a:cs typeface="Barlow Medium"/>
                <a:sym typeface="Barlow Medium"/>
              </a:rPr>
              <a:t>Atgriež</a:t>
            </a:r>
            <a:r>
              <a:rPr lang="en" dirty="0">
                <a:solidFill>
                  <a:schemeClr val="lt1"/>
                </a:solidFill>
                <a:latin typeface="Barlow Medium"/>
                <a:ea typeface="Barlow Medium"/>
                <a:cs typeface="Barlow Medium"/>
                <a:sym typeface="Barlow Medium"/>
              </a:rPr>
              <a:t> </a:t>
            </a:r>
            <a:r>
              <a:rPr lang="en" dirty="0" err="1">
                <a:solidFill>
                  <a:schemeClr val="lt1"/>
                </a:solidFill>
                <a:latin typeface="Barlow Medium"/>
                <a:ea typeface="Barlow Medium"/>
                <a:cs typeface="Barlow Medium"/>
                <a:sym typeface="Barlow Medium"/>
              </a:rPr>
              <a:t>tukšu</a:t>
            </a:r>
            <a:r>
              <a:rPr lang="en" dirty="0">
                <a:solidFill>
                  <a:schemeClr val="lt1"/>
                </a:solidFill>
                <a:latin typeface="Barlow Medium"/>
                <a:ea typeface="Barlow Medium"/>
                <a:cs typeface="Barlow Medium"/>
                <a:sym typeface="Barlow Medium"/>
              </a:rPr>
              <a:t> </a:t>
            </a:r>
            <a:r>
              <a:rPr lang="en" dirty="0" err="1">
                <a:solidFill>
                  <a:schemeClr val="lt1"/>
                </a:solidFill>
                <a:latin typeface="Barlow Medium"/>
                <a:ea typeface="Barlow Medium"/>
                <a:cs typeface="Barlow Medium"/>
                <a:sym typeface="Barlow Medium"/>
              </a:rPr>
              <a:t>rezultātu</a:t>
            </a:r>
            <a:r>
              <a:rPr lang="en" dirty="0">
                <a:solidFill>
                  <a:schemeClr val="lt1"/>
                </a:solidFill>
                <a:latin typeface="Barlow Medium"/>
                <a:ea typeface="Barlow Medium"/>
                <a:cs typeface="Barlow Medium"/>
                <a:sym typeface="Barlow Medium"/>
              </a:rPr>
              <a:t> JSON, ja nav </a:t>
            </a:r>
            <a:r>
              <a:rPr lang="en" dirty="0" err="1">
                <a:solidFill>
                  <a:schemeClr val="lt1"/>
                </a:solidFill>
                <a:latin typeface="Barlow Medium"/>
                <a:ea typeface="Barlow Medium"/>
                <a:cs typeface="Barlow Medium"/>
                <a:sym typeface="Barlow Medium"/>
              </a:rPr>
              <a:t>posmu</a:t>
            </a:r>
            <a:r>
              <a:rPr lang="en" dirty="0">
                <a:solidFill>
                  <a:schemeClr val="lt1"/>
                </a:solidFill>
                <a:latin typeface="Barlow Medium"/>
                <a:ea typeface="Barlow Medium"/>
                <a:cs typeface="Barlow Medium"/>
                <a:sym typeface="Barlow Medium"/>
              </a:rPr>
              <a:t> </a:t>
            </a:r>
            <a:r>
              <a:rPr lang="en" dirty="0" err="1">
                <a:solidFill>
                  <a:schemeClr val="lt1"/>
                </a:solidFill>
                <a:latin typeface="Barlow Medium"/>
                <a:ea typeface="Barlow Medium"/>
                <a:cs typeface="Barlow Medium"/>
                <a:sym typeface="Barlow Medium"/>
              </a:rPr>
              <a:t>rezultātu</a:t>
            </a:r>
            <a:r>
              <a:rPr lang="en" dirty="0">
                <a:solidFill>
                  <a:schemeClr val="lt1"/>
                </a:solidFill>
                <a:latin typeface="Barlow Medium"/>
                <a:ea typeface="Barlow Medium"/>
                <a:cs typeface="Barlow Medium"/>
                <a:sym typeface="Barlow Medium"/>
              </a:rPr>
              <a:t>, bet </a:t>
            </a:r>
            <a:r>
              <a:rPr lang="en" dirty="0" err="1">
                <a:solidFill>
                  <a:schemeClr val="lt1"/>
                </a:solidFill>
                <a:latin typeface="Barlow Medium"/>
                <a:ea typeface="Barlow Medium"/>
                <a:cs typeface="Barlow Medium"/>
                <a:sym typeface="Barlow Medium"/>
              </a:rPr>
              <a:t>rallijs</a:t>
            </a:r>
            <a:r>
              <a:rPr lang="en" dirty="0">
                <a:solidFill>
                  <a:schemeClr val="lt1"/>
                </a:solidFill>
                <a:latin typeface="Barlow Medium"/>
                <a:ea typeface="Barlow Medium"/>
                <a:cs typeface="Barlow Medium"/>
                <a:sym typeface="Barlow Medium"/>
              </a:rPr>
              <a:t> </a:t>
            </a:r>
            <a:r>
              <a:rPr lang="en" dirty="0" err="1">
                <a:solidFill>
                  <a:schemeClr val="lt1"/>
                </a:solidFill>
                <a:latin typeface="Barlow Medium"/>
                <a:ea typeface="Barlow Medium"/>
                <a:cs typeface="Barlow Medium"/>
                <a:sym typeface="Barlow Medium"/>
              </a:rPr>
              <a:t>pastāv</a:t>
            </a:r>
            <a:r>
              <a:rPr lang="en" dirty="0">
                <a:solidFill>
                  <a:schemeClr val="lt1"/>
                </a:solidFill>
                <a:latin typeface="Barlow Medium"/>
                <a:ea typeface="Barlow Medium"/>
                <a:cs typeface="Barlow Medium"/>
                <a:sym typeface="Barlow Medium"/>
              </a:rPr>
              <a:t>.</a:t>
            </a:r>
            <a:endParaRPr dirty="0">
              <a:solidFill>
                <a:schemeClr val="lt1"/>
              </a:solidFill>
              <a:latin typeface="Barlow Medium"/>
              <a:ea typeface="Barlow Medium"/>
              <a:cs typeface="Barlow Medium"/>
              <a:sym typeface="Barlow Medium"/>
            </a:endParaRPr>
          </a:p>
          <a:p>
            <a:pPr marL="457200" marR="0" lvl="0" indent="-317500" algn="l" rtl="0">
              <a:lnSpc>
                <a:spcPct val="100000"/>
              </a:lnSpc>
              <a:spcBef>
                <a:spcPts val="0"/>
              </a:spcBef>
              <a:spcAft>
                <a:spcPts val="0"/>
              </a:spcAft>
              <a:buClr>
                <a:schemeClr val="lt1"/>
              </a:buClr>
              <a:buSzPts val="1400"/>
              <a:buFont typeface="Barlow Medium"/>
              <a:buAutoNum type="arabicPeriod"/>
            </a:pPr>
            <a:r>
              <a:rPr lang="en" dirty="0" err="1">
                <a:solidFill>
                  <a:schemeClr val="lt1"/>
                </a:solidFill>
                <a:latin typeface="Barlow Medium"/>
                <a:ea typeface="Barlow Medium"/>
                <a:cs typeface="Barlow Medium"/>
                <a:sym typeface="Barlow Medium"/>
              </a:rPr>
              <a:t>Atgriež</a:t>
            </a:r>
            <a:r>
              <a:rPr lang="en" dirty="0">
                <a:solidFill>
                  <a:schemeClr val="lt1"/>
                </a:solidFill>
                <a:latin typeface="Barlow Medium"/>
                <a:ea typeface="Barlow Medium"/>
                <a:cs typeface="Barlow Medium"/>
                <a:sym typeface="Barlow Medium"/>
              </a:rPr>
              <a:t> </a:t>
            </a:r>
            <a:r>
              <a:rPr lang="en" dirty="0" err="1">
                <a:solidFill>
                  <a:schemeClr val="lt1"/>
                </a:solidFill>
                <a:latin typeface="Barlow Medium"/>
                <a:ea typeface="Barlow Medium"/>
                <a:cs typeface="Barlow Medium"/>
                <a:sym typeface="Barlow Medium"/>
              </a:rPr>
              <a:t>posmu</a:t>
            </a:r>
            <a:r>
              <a:rPr lang="en" dirty="0">
                <a:solidFill>
                  <a:schemeClr val="lt1"/>
                </a:solidFill>
                <a:latin typeface="Barlow Medium"/>
                <a:ea typeface="Barlow Medium"/>
                <a:cs typeface="Barlow Medium"/>
                <a:sym typeface="Barlow Medium"/>
              </a:rPr>
              <a:t> </a:t>
            </a:r>
            <a:r>
              <a:rPr lang="en" dirty="0" err="1">
                <a:solidFill>
                  <a:schemeClr val="lt1"/>
                </a:solidFill>
                <a:latin typeface="Barlow Medium"/>
                <a:ea typeface="Barlow Medium"/>
                <a:cs typeface="Barlow Medium"/>
                <a:sym typeface="Barlow Medium"/>
              </a:rPr>
              <a:t>rezultātus</a:t>
            </a:r>
            <a:r>
              <a:rPr lang="en" dirty="0">
                <a:solidFill>
                  <a:schemeClr val="lt1"/>
                </a:solidFill>
                <a:latin typeface="Barlow Medium"/>
                <a:ea typeface="Barlow Medium"/>
                <a:cs typeface="Barlow Medium"/>
                <a:sym typeface="Barlow Medium"/>
              </a:rPr>
              <a:t> un top 3, ja </a:t>
            </a:r>
            <a:r>
              <a:rPr lang="en" dirty="0" err="1">
                <a:solidFill>
                  <a:schemeClr val="lt1"/>
                </a:solidFill>
                <a:latin typeface="Barlow Medium"/>
                <a:ea typeface="Barlow Medium"/>
                <a:cs typeface="Barlow Medium"/>
                <a:sym typeface="Barlow Medium"/>
              </a:rPr>
              <a:t>rallijs</a:t>
            </a:r>
            <a:r>
              <a:rPr lang="en" dirty="0">
                <a:solidFill>
                  <a:schemeClr val="lt1"/>
                </a:solidFill>
                <a:latin typeface="Barlow Medium"/>
                <a:ea typeface="Barlow Medium"/>
                <a:cs typeface="Barlow Medium"/>
                <a:sym typeface="Barlow Medium"/>
              </a:rPr>
              <a:t> </a:t>
            </a:r>
            <a:r>
              <a:rPr lang="en" dirty="0" err="1">
                <a:solidFill>
                  <a:schemeClr val="lt1"/>
                </a:solidFill>
                <a:latin typeface="Barlow Medium"/>
                <a:ea typeface="Barlow Medium"/>
                <a:cs typeface="Barlow Medium"/>
                <a:sym typeface="Barlow Medium"/>
              </a:rPr>
              <a:t>pastāv</a:t>
            </a:r>
            <a:r>
              <a:rPr lang="en" dirty="0">
                <a:solidFill>
                  <a:schemeClr val="lt1"/>
                </a:solidFill>
                <a:latin typeface="Barlow Medium"/>
                <a:ea typeface="Barlow Medium"/>
                <a:cs typeface="Barlow Medium"/>
                <a:sym typeface="Barlow Medium"/>
              </a:rPr>
              <a:t> un </a:t>
            </a:r>
            <a:r>
              <a:rPr lang="en" dirty="0" err="1">
                <a:solidFill>
                  <a:schemeClr val="lt1"/>
                </a:solidFill>
                <a:latin typeface="Barlow Medium"/>
                <a:ea typeface="Barlow Medium"/>
                <a:cs typeface="Barlow Medium"/>
                <a:sym typeface="Barlow Medium"/>
              </a:rPr>
              <a:t>rezultāti</a:t>
            </a:r>
            <a:r>
              <a:rPr lang="en" dirty="0">
                <a:solidFill>
                  <a:schemeClr val="lt1"/>
                </a:solidFill>
                <a:latin typeface="Barlow Medium"/>
                <a:ea typeface="Barlow Medium"/>
                <a:cs typeface="Barlow Medium"/>
                <a:sym typeface="Barlow Medium"/>
              </a:rPr>
              <a:t> </a:t>
            </a:r>
            <a:r>
              <a:rPr lang="en" dirty="0" err="1">
                <a:solidFill>
                  <a:schemeClr val="lt1"/>
                </a:solidFill>
                <a:latin typeface="Barlow Medium"/>
                <a:ea typeface="Barlow Medium"/>
                <a:cs typeface="Barlow Medium"/>
                <a:sym typeface="Barlow Medium"/>
              </a:rPr>
              <a:t>ir</a:t>
            </a:r>
            <a:r>
              <a:rPr lang="en" dirty="0">
                <a:solidFill>
                  <a:schemeClr val="lt1"/>
                </a:solidFill>
                <a:latin typeface="Barlow Medium"/>
                <a:ea typeface="Barlow Medium"/>
                <a:cs typeface="Barlow Medium"/>
                <a:sym typeface="Barlow Medium"/>
              </a:rPr>
              <a:t> </a:t>
            </a:r>
            <a:r>
              <a:rPr lang="en" dirty="0" err="1">
                <a:solidFill>
                  <a:schemeClr val="lt1"/>
                </a:solidFill>
                <a:latin typeface="Barlow Medium"/>
                <a:ea typeface="Barlow Medium"/>
                <a:cs typeface="Barlow Medium"/>
                <a:sym typeface="Barlow Medium"/>
              </a:rPr>
              <a:t>pieejami</a:t>
            </a:r>
            <a:r>
              <a:rPr lang="en" dirty="0">
                <a:solidFill>
                  <a:schemeClr val="lt1"/>
                </a:solidFill>
                <a:latin typeface="Barlow Medium"/>
                <a:ea typeface="Barlow Medium"/>
                <a:cs typeface="Barlow Medium"/>
                <a:sym typeface="Barlow Medium"/>
              </a:rPr>
              <a:t>.</a:t>
            </a:r>
            <a:endParaRPr dirty="0">
              <a:solidFill>
                <a:schemeClr val="lt1"/>
              </a:solidFill>
              <a:latin typeface="Barlow Medium"/>
              <a:ea typeface="Barlow Medium"/>
              <a:cs typeface="Barlow Medium"/>
              <a:sym typeface="Barlow Medium"/>
            </a:endParaRPr>
          </a:p>
        </p:txBody>
      </p:sp>
      <p:sp>
        <p:nvSpPr>
          <p:cNvPr id="1070" name="Google Shape;1070;g354010766f9_2_93"/>
          <p:cNvSpPr txBox="1">
            <a:spLocks noGrp="1"/>
          </p:cNvSpPr>
          <p:nvPr>
            <p:ph type="title"/>
          </p:nvPr>
        </p:nvSpPr>
        <p:spPr>
          <a:xfrm>
            <a:off x="713100" y="468546"/>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Posmu Uzvarētāju API Struktūras auto-Tests</a:t>
            </a:r>
            <a:endParaRPr/>
          </a:p>
        </p:txBody>
      </p:sp>
      <p:sp>
        <p:nvSpPr>
          <p:cNvPr id="1071" name="Google Shape;1071;g354010766f9_2_93"/>
          <p:cNvSpPr txBox="1"/>
          <p:nvPr/>
        </p:nvSpPr>
        <p:spPr>
          <a:xfrm>
            <a:off x="713100" y="1874174"/>
            <a:ext cx="3518100" cy="1462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dirty="0">
                <a:solidFill>
                  <a:schemeClr val="lt1"/>
                </a:solidFill>
                <a:latin typeface="Barlow Medium"/>
                <a:ea typeface="Barlow Medium"/>
                <a:cs typeface="Barlow Medium"/>
                <a:sym typeface="Barlow Medium"/>
              </a:rPr>
              <a:t>Tests </a:t>
            </a:r>
            <a:r>
              <a:rPr lang="en" dirty="0" err="1">
                <a:solidFill>
                  <a:schemeClr val="lt1"/>
                </a:solidFill>
                <a:latin typeface="Barlow Medium"/>
                <a:ea typeface="Barlow Medium"/>
                <a:cs typeface="Barlow Medium"/>
                <a:sym typeface="Barlow Medium"/>
              </a:rPr>
              <a:t>pārbauda</a:t>
            </a:r>
            <a:r>
              <a:rPr lang="en" dirty="0">
                <a:solidFill>
                  <a:schemeClr val="lt1"/>
                </a:solidFill>
                <a:latin typeface="Barlow Medium"/>
                <a:ea typeface="Barlow Medium"/>
                <a:cs typeface="Barlow Medium"/>
                <a:sym typeface="Barlow Medium"/>
              </a:rPr>
              <a:t> </a:t>
            </a:r>
            <a:r>
              <a:rPr lang="en" dirty="0" err="1">
                <a:solidFill>
                  <a:schemeClr val="lt1"/>
                </a:solidFill>
                <a:latin typeface="Barlow Medium"/>
                <a:ea typeface="Barlow Medium"/>
                <a:cs typeface="Barlow Medium"/>
                <a:sym typeface="Barlow Medium"/>
              </a:rPr>
              <a:t>rallija</a:t>
            </a:r>
            <a:r>
              <a:rPr lang="en" dirty="0">
                <a:solidFill>
                  <a:schemeClr val="lt1"/>
                </a:solidFill>
                <a:latin typeface="Barlow Medium"/>
                <a:ea typeface="Barlow Medium"/>
                <a:cs typeface="Barlow Medium"/>
                <a:sym typeface="Barlow Medium"/>
              </a:rPr>
              <a:t> </a:t>
            </a:r>
            <a:r>
              <a:rPr lang="en" dirty="0" err="1">
                <a:solidFill>
                  <a:schemeClr val="lt1"/>
                </a:solidFill>
                <a:latin typeface="Barlow Medium"/>
                <a:ea typeface="Barlow Medium"/>
                <a:cs typeface="Barlow Medium"/>
                <a:sym typeface="Barlow Medium"/>
              </a:rPr>
              <a:t>uzvarētāja</a:t>
            </a:r>
            <a:r>
              <a:rPr lang="en" dirty="0">
                <a:solidFill>
                  <a:schemeClr val="lt1"/>
                </a:solidFill>
                <a:latin typeface="Barlow Medium"/>
                <a:ea typeface="Barlow Medium"/>
                <a:cs typeface="Barlow Medium"/>
                <a:sym typeface="Barlow Medium"/>
              </a:rPr>
              <a:t> API </a:t>
            </a:r>
            <a:r>
              <a:rPr lang="en" dirty="0" err="1">
                <a:solidFill>
                  <a:schemeClr val="lt1"/>
                </a:solidFill>
                <a:latin typeface="Barlow Medium"/>
                <a:ea typeface="Barlow Medium"/>
                <a:cs typeface="Barlow Medium"/>
                <a:sym typeface="Barlow Medium"/>
              </a:rPr>
              <a:t>atbildes</a:t>
            </a:r>
            <a:r>
              <a:rPr lang="en" dirty="0">
                <a:solidFill>
                  <a:schemeClr val="lt1"/>
                </a:solidFill>
                <a:latin typeface="Barlow Medium"/>
                <a:ea typeface="Barlow Medium"/>
                <a:cs typeface="Barlow Medium"/>
                <a:sym typeface="Barlow Medium"/>
              </a:rPr>
              <a:t>, </a:t>
            </a:r>
            <a:r>
              <a:rPr lang="en" dirty="0" err="1">
                <a:solidFill>
                  <a:schemeClr val="lt1"/>
                </a:solidFill>
                <a:latin typeface="Barlow Medium"/>
                <a:ea typeface="Barlow Medium"/>
                <a:cs typeface="Barlow Medium"/>
                <a:sym typeface="Barlow Medium"/>
              </a:rPr>
              <a:t>pārbaudot</a:t>
            </a:r>
            <a:r>
              <a:rPr lang="en" dirty="0">
                <a:solidFill>
                  <a:schemeClr val="lt1"/>
                </a:solidFill>
                <a:latin typeface="Barlow Medium"/>
                <a:ea typeface="Barlow Medium"/>
                <a:cs typeface="Barlow Medium"/>
                <a:sym typeface="Barlow Medium"/>
              </a:rPr>
              <a:t> </a:t>
            </a:r>
            <a:r>
              <a:rPr lang="en" dirty="0" err="1">
                <a:solidFill>
                  <a:schemeClr val="lt1"/>
                </a:solidFill>
                <a:latin typeface="Barlow Medium"/>
                <a:ea typeface="Barlow Medium"/>
                <a:cs typeface="Barlow Medium"/>
                <a:sym typeface="Barlow Medium"/>
              </a:rPr>
              <a:t>statusus</a:t>
            </a:r>
            <a:r>
              <a:rPr lang="en" dirty="0">
                <a:solidFill>
                  <a:schemeClr val="lt1"/>
                </a:solidFill>
                <a:latin typeface="Barlow Medium"/>
                <a:ea typeface="Barlow Medium"/>
                <a:cs typeface="Barlow Medium"/>
                <a:sym typeface="Barlow Medium"/>
              </a:rPr>
              <a:t> un JSON </a:t>
            </a:r>
            <a:r>
              <a:rPr lang="en" dirty="0" err="1">
                <a:solidFill>
                  <a:schemeClr val="lt1"/>
                </a:solidFill>
                <a:latin typeface="Barlow Medium"/>
                <a:ea typeface="Barlow Medium"/>
                <a:cs typeface="Barlow Medium"/>
                <a:sym typeface="Barlow Medium"/>
              </a:rPr>
              <a:t>struktūru</a:t>
            </a:r>
            <a:r>
              <a:rPr lang="en" dirty="0">
                <a:solidFill>
                  <a:schemeClr val="lt1"/>
                </a:solidFill>
                <a:latin typeface="Barlow Medium"/>
                <a:ea typeface="Barlow Medium"/>
                <a:cs typeface="Barlow Medium"/>
                <a:sym typeface="Barlow Medium"/>
              </a:rPr>
              <a:t> 3 </a:t>
            </a:r>
            <a:r>
              <a:rPr lang="en" dirty="0" err="1">
                <a:solidFill>
                  <a:schemeClr val="lt1"/>
                </a:solidFill>
                <a:latin typeface="Barlow Medium"/>
                <a:ea typeface="Barlow Medium"/>
                <a:cs typeface="Barlow Medium"/>
                <a:sym typeface="Barlow Medium"/>
              </a:rPr>
              <a:t>dažādos</a:t>
            </a:r>
            <a:r>
              <a:rPr lang="en" dirty="0">
                <a:solidFill>
                  <a:schemeClr val="lt1"/>
                </a:solidFill>
                <a:latin typeface="Barlow Medium"/>
                <a:ea typeface="Barlow Medium"/>
                <a:cs typeface="Barlow Medium"/>
                <a:sym typeface="Barlow Medium"/>
              </a:rPr>
              <a:t> </a:t>
            </a:r>
            <a:r>
              <a:rPr lang="en" dirty="0" err="1">
                <a:solidFill>
                  <a:schemeClr val="lt1"/>
                </a:solidFill>
                <a:latin typeface="Barlow Medium"/>
                <a:ea typeface="Barlow Medium"/>
                <a:cs typeface="Barlow Medium"/>
                <a:sym typeface="Barlow Medium"/>
              </a:rPr>
              <a:t>gadījumos</a:t>
            </a:r>
            <a:r>
              <a:rPr lang="en" dirty="0">
                <a:solidFill>
                  <a:schemeClr val="lt1"/>
                </a:solidFill>
                <a:latin typeface="Barlow Medium"/>
                <a:ea typeface="Barlow Medium"/>
                <a:cs typeface="Barlow Medium"/>
                <a:sym typeface="Barlow Medium"/>
              </a:rPr>
              <a:t>.</a:t>
            </a:r>
            <a:endParaRPr dirty="0">
              <a:solidFill>
                <a:schemeClr val="lt1"/>
              </a:solidFill>
              <a:latin typeface="Barlow Medium"/>
              <a:ea typeface="Barlow Medium"/>
              <a:cs typeface="Barlow Medium"/>
              <a:sym typeface="Barlow Medium"/>
            </a:endParaRPr>
          </a:p>
        </p:txBody>
      </p:sp>
      <p:sp>
        <p:nvSpPr>
          <p:cNvPr id="1072" name="Google Shape;1072;g354010766f9_2_93"/>
          <p:cNvSpPr txBox="1"/>
          <p:nvPr/>
        </p:nvSpPr>
        <p:spPr>
          <a:xfrm>
            <a:off x="713100" y="1480730"/>
            <a:ext cx="3518100" cy="4290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a:solidFill>
                  <a:schemeClr val="lt1"/>
                </a:solidFill>
                <a:latin typeface="Russo One"/>
                <a:ea typeface="Russo One"/>
                <a:cs typeface="Russo One"/>
                <a:sym typeface="Russo One"/>
              </a:rPr>
              <a:t>Apraksts</a:t>
            </a:r>
            <a:endParaRPr sz="2000" b="0" i="0" u="none" strike="noStrike" cap="none">
              <a:solidFill>
                <a:schemeClr val="lt1"/>
              </a:solidFill>
              <a:latin typeface="Russo One"/>
              <a:ea typeface="Russo One"/>
              <a:cs typeface="Russo One"/>
              <a:sym typeface="Russo One"/>
            </a:endParaRPr>
          </a:p>
        </p:txBody>
      </p:sp>
      <p:sp>
        <p:nvSpPr>
          <p:cNvPr id="1073" name="Google Shape;1073;g354010766f9_2_93"/>
          <p:cNvSpPr txBox="1"/>
          <p:nvPr/>
        </p:nvSpPr>
        <p:spPr>
          <a:xfrm>
            <a:off x="4642675" y="1480725"/>
            <a:ext cx="3818100" cy="4290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a:solidFill>
                  <a:schemeClr val="lt1"/>
                </a:solidFill>
                <a:latin typeface="Russo One"/>
                <a:ea typeface="Russo One"/>
                <a:cs typeface="Russo One"/>
                <a:sym typeface="Russo One"/>
              </a:rPr>
              <a:t>Funkcija kas tiek testētas</a:t>
            </a:r>
            <a:endParaRPr sz="2000">
              <a:solidFill>
                <a:schemeClr val="lt1"/>
              </a:solidFill>
              <a:latin typeface="Russo One"/>
              <a:ea typeface="Russo One"/>
              <a:cs typeface="Russo One"/>
              <a:sym typeface="Russo One"/>
            </a:endParaRPr>
          </a:p>
        </p:txBody>
      </p:sp>
      <p:pic>
        <p:nvPicPr>
          <p:cNvPr id="1074" name="Google Shape;1074;g354010766f9_2_93"/>
          <p:cNvPicPr preferRelativeResize="0"/>
          <p:nvPr/>
        </p:nvPicPr>
        <p:blipFill>
          <a:blip r:embed="rId3">
            <a:alphaModFix/>
          </a:blip>
          <a:stretch>
            <a:fillRect/>
          </a:stretch>
        </p:blipFill>
        <p:spPr>
          <a:xfrm>
            <a:off x="924500" y="3558300"/>
            <a:ext cx="7294999" cy="9664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78"/>
        <p:cNvGrpSpPr/>
        <p:nvPr/>
      </p:nvGrpSpPr>
      <p:grpSpPr>
        <a:xfrm>
          <a:off x="0" y="0"/>
          <a:ext cx="0" cy="0"/>
          <a:chOff x="0" y="0"/>
          <a:chExt cx="0" cy="0"/>
        </a:xfrm>
      </p:grpSpPr>
      <p:sp>
        <p:nvSpPr>
          <p:cNvPr id="1079" name="Google Shape;1079;g354010766f9_2_113"/>
          <p:cNvSpPr txBox="1">
            <a:spLocks noGrp="1"/>
          </p:cNvSpPr>
          <p:nvPr>
            <p:ph type="title"/>
          </p:nvPr>
        </p:nvSpPr>
        <p:spPr>
          <a:xfrm>
            <a:off x="3815500" y="2218050"/>
            <a:ext cx="4615500" cy="1620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4400"/>
              <a:buNone/>
            </a:pPr>
            <a:r>
              <a:rPr lang="en"/>
              <a:t>Ralfs A. Gulbis</a:t>
            </a:r>
            <a:endParaRPr/>
          </a:p>
        </p:txBody>
      </p:sp>
      <p:sp>
        <p:nvSpPr>
          <p:cNvPr id="1080" name="Google Shape;1080;g354010766f9_2_113"/>
          <p:cNvSpPr txBox="1">
            <a:spLocks noGrp="1"/>
          </p:cNvSpPr>
          <p:nvPr>
            <p:ph type="title" idx="2"/>
          </p:nvPr>
        </p:nvSpPr>
        <p:spPr>
          <a:xfrm>
            <a:off x="7026475" y="1304849"/>
            <a:ext cx="1404300" cy="8925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6000"/>
              <a:buNone/>
            </a:pPr>
            <a:r>
              <a:rPr lang="en"/>
              <a:t>01</a:t>
            </a:r>
            <a:endParaRPr/>
          </a:p>
        </p:txBody>
      </p:sp>
      <p:pic>
        <p:nvPicPr>
          <p:cNvPr id="1081" name="Google Shape;1081;g354010766f9_2_113"/>
          <p:cNvPicPr preferRelativeResize="0">
            <a:picLocks noGrp="1"/>
          </p:cNvPicPr>
          <p:nvPr>
            <p:ph type="pic" idx="3"/>
          </p:nvPr>
        </p:nvPicPr>
        <p:blipFill rotWithShape="1">
          <a:blip r:embed="rId3">
            <a:alphaModFix/>
          </a:blip>
          <a:srcRect l="189" r="179"/>
          <a:stretch/>
        </p:blipFill>
        <p:spPr>
          <a:xfrm>
            <a:off x="713093" y="1245900"/>
            <a:ext cx="2651700" cy="2651700"/>
          </a:xfrm>
          <a:prstGeom prst="ellipse">
            <a:avLst/>
          </a:prstGeom>
          <a:noFill/>
          <a:ln w="19050" cap="flat" cmpd="sng">
            <a:solidFill>
              <a:schemeClr val="lt1"/>
            </a:solidFill>
            <a:prstDash val="solid"/>
            <a:round/>
            <a:headEnd type="none" w="sm" len="sm"/>
            <a:tailEnd type="none" w="sm" len="sm"/>
          </a:ln>
        </p:spPr>
      </p:pic>
      <p:pic>
        <p:nvPicPr>
          <p:cNvPr id="1082" name="Google Shape;1082;g354010766f9_2_113" title="Cropped_Image.png"/>
          <p:cNvPicPr preferRelativeResize="0"/>
          <p:nvPr/>
        </p:nvPicPr>
        <p:blipFill>
          <a:blip r:embed="rId4">
            <a:alphaModFix/>
          </a:blip>
          <a:stretch>
            <a:fillRect/>
          </a:stretch>
        </p:blipFill>
        <p:spPr>
          <a:xfrm>
            <a:off x="713103" y="1245900"/>
            <a:ext cx="2651700" cy="2651700"/>
          </a:xfrm>
          <a:prstGeom prst="ellipse">
            <a:avLst/>
          </a:prstGeom>
          <a:noFill/>
          <a:ln>
            <a:noFill/>
          </a:ln>
        </p:spPr>
      </p:pic>
      <p:sp>
        <p:nvSpPr>
          <p:cNvPr id="1083" name="Google Shape;1083;g354010766f9_2_113"/>
          <p:cNvSpPr txBox="1"/>
          <p:nvPr/>
        </p:nvSpPr>
        <p:spPr>
          <a:xfrm flipH="1">
            <a:off x="4568200" y="3433075"/>
            <a:ext cx="3862800" cy="553200"/>
          </a:xfrm>
          <a:prstGeom prst="rect">
            <a:avLst/>
          </a:prstGeom>
          <a:noFill/>
          <a:ln>
            <a:noFill/>
          </a:ln>
        </p:spPr>
        <p:txBody>
          <a:bodyPr spcFirstLastPara="1" wrap="square" lIns="91425" tIns="91425" rIns="91425" bIns="91425" anchor="t" anchorCtr="0">
            <a:noAutofit/>
          </a:bodyPr>
          <a:lstStyle/>
          <a:p>
            <a:pPr marL="457200" marR="0" lvl="0" indent="0" algn="r" rtl="0">
              <a:lnSpc>
                <a:spcPct val="100000"/>
              </a:lnSpc>
              <a:spcBef>
                <a:spcPts val="0"/>
              </a:spcBef>
              <a:spcAft>
                <a:spcPts val="0"/>
              </a:spcAft>
              <a:buClr>
                <a:srgbClr val="000000"/>
              </a:buClr>
              <a:buSzPts val="1200"/>
              <a:buFont typeface="Arial"/>
              <a:buNone/>
            </a:pPr>
            <a:r>
              <a:rPr lang="en" sz="1200">
                <a:solidFill>
                  <a:schemeClr val="lt1"/>
                </a:solidFill>
                <a:latin typeface="Barlow Medium"/>
                <a:ea typeface="Barlow Medium"/>
                <a:cs typeface="Barlow Medium"/>
                <a:sym typeface="Barlow Medium"/>
              </a:rPr>
              <a:t>Jaunumu sadaļa, čempionāta lapa, admin paneļa sezonu sadaļa.</a:t>
            </a:r>
            <a:endParaRPr sz="1200" b="0" i="0" u="none" strike="noStrike" cap="none">
              <a:solidFill>
                <a:schemeClr val="lt1"/>
              </a:solidFill>
              <a:latin typeface="Barlow Medium"/>
              <a:ea typeface="Barlow Medium"/>
              <a:cs typeface="Barlow Medium"/>
              <a:sym typeface="Barlow Medium"/>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pic>
        <p:nvPicPr>
          <p:cNvPr id="1088" name="Google Shape;1088;g354010766f9_2_131"/>
          <p:cNvPicPr preferRelativeResize="0">
            <a:picLocks noGrp="1"/>
          </p:cNvPicPr>
          <p:nvPr>
            <p:ph type="pic" idx="2"/>
          </p:nvPr>
        </p:nvPicPr>
        <p:blipFill rotWithShape="1">
          <a:blip r:embed="rId3">
            <a:alphaModFix/>
          </a:blip>
          <a:srcRect t="6799" b="6799"/>
          <a:stretch/>
        </p:blipFill>
        <p:spPr>
          <a:xfrm>
            <a:off x="5778475" y="1303825"/>
            <a:ext cx="2652300" cy="2652600"/>
          </a:xfrm>
          <a:prstGeom prst="ellipse">
            <a:avLst/>
          </a:prstGeom>
          <a:noFill/>
          <a:ln w="19050" cap="flat" cmpd="sng">
            <a:solidFill>
              <a:schemeClr val="lt1"/>
            </a:solidFill>
            <a:prstDash val="solid"/>
            <a:round/>
            <a:headEnd type="none" w="sm" len="sm"/>
            <a:tailEnd type="none" w="sm" len="sm"/>
          </a:ln>
        </p:spPr>
      </p:pic>
      <p:sp>
        <p:nvSpPr>
          <p:cNvPr id="1089" name="Google Shape;1089;g354010766f9_2_131"/>
          <p:cNvSpPr txBox="1">
            <a:spLocks noGrp="1"/>
          </p:cNvSpPr>
          <p:nvPr>
            <p:ph type="title" idx="4294967295"/>
          </p:nvPr>
        </p:nvSpPr>
        <p:spPr>
          <a:xfrm>
            <a:off x="820425" y="1303824"/>
            <a:ext cx="1404300" cy="892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6000"/>
              <a:buNone/>
            </a:pPr>
            <a:r>
              <a:rPr lang="en" sz="5500">
                <a:solidFill>
                  <a:schemeClr val="accent1"/>
                </a:solidFill>
              </a:rPr>
              <a:t>02</a:t>
            </a:r>
            <a:endParaRPr sz="3300">
              <a:solidFill>
                <a:schemeClr val="accent1"/>
              </a:solidFill>
            </a:endParaRPr>
          </a:p>
        </p:txBody>
      </p:sp>
      <p:sp>
        <p:nvSpPr>
          <p:cNvPr id="1090" name="Google Shape;1090;g354010766f9_2_131"/>
          <p:cNvSpPr txBox="1">
            <a:spLocks noGrp="1"/>
          </p:cNvSpPr>
          <p:nvPr>
            <p:ph type="title"/>
          </p:nvPr>
        </p:nvSpPr>
        <p:spPr>
          <a:xfrm>
            <a:off x="820425" y="2335825"/>
            <a:ext cx="4615500" cy="1620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4400"/>
              <a:buNone/>
            </a:pPr>
            <a:r>
              <a:rPr lang="en" sz="4000"/>
              <a:t>Niks Kļaviņš</a:t>
            </a:r>
            <a:endParaRPr/>
          </a:p>
        </p:txBody>
      </p:sp>
      <p:pic>
        <p:nvPicPr>
          <p:cNvPr id="1091" name="Google Shape;1091;g354010766f9_2_131"/>
          <p:cNvPicPr preferRelativeResize="0"/>
          <p:nvPr/>
        </p:nvPicPr>
        <p:blipFill>
          <a:blip r:embed="rId4">
            <a:alphaModFix/>
          </a:blip>
          <a:stretch>
            <a:fillRect/>
          </a:stretch>
        </p:blipFill>
        <p:spPr>
          <a:xfrm>
            <a:off x="5778475" y="1303975"/>
            <a:ext cx="2652300" cy="2652300"/>
          </a:xfrm>
          <a:prstGeom prst="ellipse">
            <a:avLst/>
          </a:prstGeom>
          <a:noFill/>
          <a:ln>
            <a:noFill/>
          </a:ln>
        </p:spPr>
      </p:pic>
      <p:sp>
        <p:nvSpPr>
          <p:cNvPr id="1092" name="Google Shape;1092;g354010766f9_2_131"/>
          <p:cNvSpPr txBox="1"/>
          <p:nvPr/>
        </p:nvSpPr>
        <p:spPr>
          <a:xfrm flipH="1">
            <a:off x="820425" y="3450600"/>
            <a:ext cx="3862800" cy="55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a:solidFill>
                  <a:schemeClr val="lt1"/>
                </a:solidFill>
                <a:latin typeface="Barlow Medium"/>
                <a:ea typeface="Barlow Medium"/>
                <a:cs typeface="Barlow Medium"/>
                <a:sym typeface="Barlow Medium"/>
              </a:rPr>
              <a:t>Jaunumu sadaļa, tulkojumi.</a:t>
            </a:r>
            <a:endParaRPr sz="1200" b="0" i="0" u="none" strike="noStrike" cap="none">
              <a:solidFill>
                <a:schemeClr val="lt1"/>
              </a:solidFill>
              <a:latin typeface="Barlow Medium"/>
              <a:ea typeface="Barlow Medium"/>
              <a:cs typeface="Barlow Medium"/>
              <a:sym typeface="Barlow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7" name="Google Shape;1097;g354010766f9_2_125"/>
          <p:cNvSpPr txBox="1">
            <a:spLocks noGrp="1"/>
          </p:cNvSpPr>
          <p:nvPr>
            <p:ph type="title"/>
          </p:nvPr>
        </p:nvSpPr>
        <p:spPr>
          <a:xfrm>
            <a:off x="3815500" y="2218050"/>
            <a:ext cx="4615500" cy="1620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4400"/>
              <a:buNone/>
            </a:pPr>
            <a:r>
              <a:rPr lang="en"/>
              <a:t>Jēkabs Krīgerts</a:t>
            </a:r>
            <a:endParaRPr/>
          </a:p>
        </p:txBody>
      </p:sp>
      <p:sp>
        <p:nvSpPr>
          <p:cNvPr id="1098" name="Google Shape;1098;g354010766f9_2_125"/>
          <p:cNvSpPr txBox="1">
            <a:spLocks noGrp="1"/>
          </p:cNvSpPr>
          <p:nvPr>
            <p:ph type="title" idx="2"/>
          </p:nvPr>
        </p:nvSpPr>
        <p:spPr>
          <a:xfrm>
            <a:off x="7026475" y="1304849"/>
            <a:ext cx="1404300" cy="8925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6000"/>
              <a:buNone/>
            </a:pPr>
            <a:r>
              <a:rPr lang="en"/>
              <a:t>03</a:t>
            </a:r>
            <a:endParaRPr/>
          </a:p>
        </p:txBody>
      </p:sp>
      <p:pic>
        <p:nvPicPr>
          <p:cNvPr id="1099" name="Google Shape;1099;g354010766f9_2_125"/>
          <p:cNvPicPr preferRelativeResize="0">
            <a:picLocks noGrp="1"/>
          </p:cNvPicPr>
          <p:nvPr>
            <p:ph type="pic" idx="3"/>
          </p:nvPr>
        </p:nvPicPr>
        <p:blipFill rotWithShape="1">
          <a:blip r:embed="rId3">
            <a:alphaModFix/>
          </a:blip>
          <a:srcRect l="189" r="179"/>
          <a:stretch/>
        </p:blipFill>
        <p:spPr>
          <a:xfrm>
            <a:off x="713093" y="1245900"/>
            <a:ext cx="2651700" cy="2651700"/>
          </a:xfrm>
          <a:prstGeom prst="ellipse">
            <a:avLst/>
          </a:prstGeom>
          <a:noFill/>
          <a:ln w="19050" cap="flat" cmpd="sng">
            <a:solidFill>
              <a:schemeClr val="lt1"/>
            </a:solidFill>
            <a:prstDash val="solid"/>
            <a:round/>
            <a:headEnd type="none" w="sm" len="sm"/>
            <a:tailEnd type="none" w="sm" len="sm"/>
          </a:ln>
        </p:spPr>
      </p:pic>
      <p:pic>
        <p:nvPicPr>
          <p:cNvPr id="1100" name="Google Shape;1100;g354010766f9_2_125"/>
          <p:cNvPicPr preferRelativeResize="0"/>
          <p:nvPr/>
        </p:nvPicPr>
        <p:blipFill>
          <a:blip r:embed="rId4">
            <a:alphaModFix/>
          </a:blip>
          <a:stretch>
            <a:fillRect/>
          </a:stretch>
        </p:blipFill>
        <p:spPr>
          <a:xfrm>
            <a:off x="713100" y="1243800"/>
            <a:ext cx="2651700" cy="2655900"/>
          </a:xfrm>
          <a:prstGeom prst="ellipse">
            <a:avLst/>
          </a:prstGeom>
          <a:noFill/>
          <a:ln>
            <a:noFill/>
          </a:ln>
        </p:spPr>
      </p:pic>
      <p:sp>
        <p:nvSpPr>
          <p:cNvPr id="1101" name="Google Shape;1101;g354010766f9_2_125"/>
          <p:cNvSpPr txBox="1"/>
          <p:nvPr/>
        </p:nvSpPr>
        <p:spPr>
          <a:xfrm flipH="1">
            <a:off x="4568200" y="3433075"/>
            <a:ext cx="3862800" cy="5532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 sz="1200">
                <a:solidFill>
                  <a:schemeClr val="lt1"/>
                </a:solidFill>
                <a:latin typeface="Barlow Medium"/>
                <a:ea typeface="Barlow Medium"/>
                <a:cs typeface="Barlow Medium"/>
                <a:sym typeface="Barlow Medium"/>
              </a:rPr>
              <a:t>Čempionāta lapa, exports/imports.</a:t>
            </a:r>
            <a:endParaRPr sz="1200" b="0" i="0" u="none" strike="noStrike" cap="none">
              <a:solidFill>
                <a:schemeClr val="lt1"/>
              </a:solidFill>
              <a:latin typeface="Barlow Medium"/>
              <a:ea typeface="Barlow Medium"/>
              <a:cs typeface="Barlow Medium"/>
              <a:sym typeface="Barlow Medium"/>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sp>
        <p:nvSpPr>
          <p:cNvPr id="1106" name="Google Shape;1106;g354010766f9_2_149"/>
          <p:cNvSpPr txBox="1">
            <a:spLocks noGrp="1"/>
          </p:cNvSpPr>
          <p:nvPr>
            <p:ph type="title"/>
          </p:nvPr>
        </p:nvSpPr>
        <p:spPr>
          <a:xfrm>
            <a:off x="1489200" y="962900"/>
            <a:ext cx="6165600" cy="16569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9000"/>
              <a:buNone/>
            </a:pPr>
            <a:r>
              <a:rPr lang="en" sz="4800"/>
              <a:t>Lietotāja ceļvedis - demonstrācija</a:t>
            </a:r>
            <a:endParaRPr sz="4800"/>
          </a:p>
        </p:txBody>
      </p:sp>
      <p:sp>
        <p:nvSpPr>
          <p:cNvPr id="1107" name="Google Shape;1107;g354010766f9_2_149"/>
          <p:cNvSpPr txBox="1">
            <a:spLocks noGrp="1"/>
          </p:cNvSpPr>
          <p:nvPr>
            <p:ph type="subTitle" idx="1"/>
          </p:nvPr>
        </p:nvSpPr>
        <p:spPr>
          <a:xfrm>
            <a:off x="1489200" y="3223750"/>
            <a:ext cx="6165600" cy="429000"/>
          </a:xfrm>
          <a:prstGeom prst="rect">
            <a:avLst/>
          </a:pr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800"/>
              <a:buNone/>
            </a:pPr>
            <a:r>
              <a:rPr lang="en" u="sng">
                <a:solidFill>
                  <a:schemeClr val="hlink"/>
                </a:solidFill>
                <a:hlinkClick r:id="rId3"/>
              </a:rPr>
              <a:t>https://youtu.be/fiD_mKMpzXs</a:t>
            </a:r>
            <a:endParaRPr/>
          </a:p>
        </p:txBody>
      </p:sp>
      <p:sp>
        <p:nvSpPr>
          <p:cNvPr id="1108" name="Google Shape;1108;g354010766f9_2_149"/>
          <p:cNvSpPr txBox="1">
            <a:spLocks noGrp="1"/>
          </p:cNvSpPr>
          <p:nvPr>
            <p:ph type="title"/>
          </p:nvPr>
        </p:nvSpPr>
        <p:spPr>
          <a:xfrm>
            <a:off x="2783850" y="2545350"/>
            <a:ext cx="3576300" cy="6579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9000"/>
              <a:buNone/>
            </a:pPr>
            <a:r>
              <a:rPr lang="en" sz="2400"/>
              <a:t>Publiskā lapa</a:t>
            </a:r>
            <a:endParaRPr sz="2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sp>
        <p:nvSpPr>
          <p:cNvPr id="1113" name="Google Shape;1113;g3549d0111a7_0_63"/>
          <p:cNvSpPr txBox="1">
            <a:spLocks noGrp="1"/>
          </p:cNvSpPr>
          <p:nvPr>
            <p:ph type="title"/>
          </p:nvPr>
        </p:nvSpPr>
        <p:spPr>
          <a:xfrm>
            <a:off x="1489200" y="962900"/>
            <a:ext cx="6165600" cy="16569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9000"/>
              <a:buNone/>
            </a:pPr>
            <a:r>
              <a:rPr lang="en" sz="4800"/>
              <a:t>Lietotāja ceļvedis - demonstrācija</a:t>
            </a:r>
            <a:endParaRPr sz="4800"/>
          </a:p>
        </p:txBody>
      </p:sp>
      <p:sp>
        <p:nvSpPr>
          <p:cNvPr id="1114" name="Google Shape;1114;g3549d0111a7_0_63"/>
          <p:cNvSpPr txBox="1">
            <a:spLocks noGrp="1"/>
          </p:cNvSpPr>
          <p:nvPr>
            <p:ph type="subTitle" idx="1"/>
          </p:nvPr>
        </p:nvSpPr>
        <p:spPr>
          <a:xfrm>
            <a:off x="1489200" y="3223750"/>
            <a:ext cx="6165600" cy="429000"/>
          </a:xfrm>
          <a:prstGeom prst="rect">
            <a:avLst/>
          </a:prstGeom>
          <a:gradFill>
            <a:gsLst>
              <a:gs pos="0">
                <a:schemeClr val="accent1"/>
              </a:gs>
              <a:gs pos="28000">
                <a:schemeClr val="lt2"/>
              </a:gs>
              <a:gs pos="100000">
                <a:schemeClr val="accent2"/>
              </a:gs>
            </a:gsLst>
            <a:lin ang="10801400" scaled="0"/>
          </a:gra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800"/>
              <a:buNone/>
            </a:pPr>
            <a:r>
              <a:rPr lang="en-GB" dirty="0">
                <a:hlinkClick r:id="rId3"/>
              </a:rPr>
              <a:t>https://</a:t>
            </a:r>
            <a:r>
              <a:rPr lang="en-GB" dirty="0" err="1">
                <a:hlinkClick r:id="rId3"/>
              </a:rPr>
              <a:t>youtu.be</a:t>
            </a:r>
            <a:r>
              <a:rPr lang="en-GB" dirty="0">
                <a:hlinkClick r:id="rId3"/>
              </a:rPr>
              <a:t>/Fd0IjxF17nc</a:t>
            </a:r>
            <a:endParaRPr lang="en-GB" dirty="0"/>
          </a:p>
        </p:txBody>
      </p:sp>
      <p:sp>
        <p:nvSpPr>
          <p:cNvPr id="1115" name="Google Shape;1115;g3549d0111a7_0_63"/>
          <p:cNvSpPr txBox="1">
            <a:spLocks noGrp="1"/>
          </p:cNvSpPr>
          <p:nvPr>
            <p:ph type="title"/>
          </p:nvPr>
        </p:nvSpPr>
        <p:spPr>
          <a:xfrm>
            <a:off x="2691750" y="2532025"/>
            <a:ext cx="3760500" cy="6579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9000"/>
              <a:buNone/>
            </a:pPr>
            <a:r>
              <a:rPr lang="en" sz="2400"/>
              <a:t>Administratora panelis</a:t>
            </a:r>
            <a:endParaRPr sz="2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68">
          <a:extLst>
            <a:ext uri="{FF2B5EF4-FFF2-40B4-BE49-F238E27FC236}">
              <a16:creationId xmlns:a16="http://schemas.microsoft.com/office/drawing/2014/main" id="{FC977471-BE0F-2916-6821-0E94EC5E212B}"/>
            </a:ext>
          </a:extLst>
        </p:cNvPr>
        <p:cNvGrpSpPr/>
        <p:nvPr/>
      </p:nvGrpSpPr>
      <p:grpSpPr>
        <a:xfrm>
          <a:off x="0" y="0"/>
          <a:ext cx="0" cy="0"/>
          <a:chOff x="0" y="0"/>
          <a:chExt cx="0" cy="0"/>
        </a:xfrm>
      </p:grpSpPr>
      <p:sp>
        <p:nvSpPr>
          <p:cNvPr id="1070" name="Google Shape;1070;g354010766f9_2_93">
            <a:extLst>
              <a:ext uri="{FF2B5EF4-FFF2-40B4-BE49-F238E27FC236}">
                <a16:creationId xmlns:a16="http://schemas.microsoft.com/office/drawing/2014/main" id="{667F8D7E-154E-8F18-99EA-04B96535E0F7}"/>
              </a:ext>
            </a:extLst>
          </p:cNvPr>
          <p:cNvSpPr txBox="1">
            <a:spLocks noGrp="1"/>
          </p:cNvSpPr>
          <p:nvPr>
            <p:ph type="title"/>
          </p:nvPr>
        </p:nvSpPr>
        <p:spPr>
          <a:xfrm>
            <a:off x="713100" y="468546"/>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dirty="0" err="1"/>
              <a:t>Rezultātu</a:t>
            </a:r>
            <a:r>
              <a:rPr lang="en" dirty="0"/>
              <a:t> un </a:t>
            </a:r>
            <a:r>
              <a:rPr lang="en" dirty="0" err="1"/>
              <a:t>punktu</a:t>
            </a:r>
            <a:r>
              <a:rPr lang="en" dirty="0"/>
              <a:t> </a:t>
            </a:r>
            <a:r>
              <a:rPr lang="en" dirty="0" err="1"/>
              <a:t>aprēķināšana</a:t>
            </a:r>
            <a:r>
              <a:rPr lang="en" dirty="0"/>
              <a:t>.</a:t>
            </a:r>
            <a:br>
              <a:rPr lang="en" dirty="0"/>
            </a:br>
            <a:r>
              <a:rPr lang="en" dirty="0"/>
              <a:t>(</a:t>
            </a:r>
            <a:r>
              <a:rPr lang="en" dirty="0" err="1"/>
              <a:t>pieejas</a:t>
            </a:r>
            <a:r>
              <a:rPr lang="en" dirty="0"/>
              <a:t> </a:t>
            </a:r>
            <a:r>
              <a:rPr lang="en" dirty="0" err="1"/>
              <a:t>loģika</a:t>
            </a:r>
            <a:r>
              <a:rPr lang="en" dirty="0"/>
              <a:t>)</a:t>
            </a:r>
            <a:endParaRPr dirty="0"/>
          </a:p>
        </p:txBody>
      </p:sp>
      <p:sp>
        <p:nvSpPr>
          <p:cNvPr id="1071" name="Google Shape;1071;g354010766f9_2_93">
            <a:extLst>
              <a:ext uri="{FF2B5EF4-FFF2-40B4-BE49-F238E27FC236}">
                <a16:creationId xmlns:a16="http://schemas.microsoft.com/office/drawing/2014/main" id="{E85EBBFF-133E-8E93-B7E4-49124D770DCF}"/>
              </a:ext>
            </a:extLst>
          </p:cNvPr>
          <p:cNvSpPr txBox="1"/>
          <p:nvPr/>
        </p:nvSpPr>
        <p:spPr>
          <a:xfrm>
            <a:off x="713099" y="1874174"/>
            <a:ext cx="5009275" cy="2172800"/>
          </a:xfrm>
          <a:prstGeom prst="rect">
            <a:avLst/>
          </a:prstGeom>
          <a:noFill/>
          <a:ln>
            <a:noFill/>
          </a:ln>
        </p:spPr>
        <p:txBody>
          <a:bodyPr spcFirstLastPara="1" wrap="square" lIns="91425" tIns="91425" rIns="91425" bIns="91425" anchor="t" anchorCtr="0">
            <a:noAutofit/>
          </a:bodyPr>
          <a:lstStyle/>
          <a:p>
            <a:pPr marL="342900" indent="-342900">
              <a:buClr>
                <a:schemeClr val="bg1"/>
              </a:buClr>
              <a:buSzPts val="1200"/>
              <a:buFont typeface="+mj-lt"/>
              <a:buAutoNum type="arabicPeriod"/>
            </a:pPr>
            <a:r>
              <a:rPr lang="en-GB" dirty="0">
                <a:solidFill>
                  <a:schemeClr val="bg1"/>
                </a:solidFill>
                <a:latin typeface="Barlow Medium"/>
                <a:ea typeface="Barlow Medium"/>
                <a:cs typeface="Barlow Medium"/>
                <a:sym typeface="Barlow Medium"/>
              </a:rPr>
              <a:t>Ja </a:t>
            </a:r>
            <a:r>
              <a:rPr lang="en-GB" dirty="0" err="1">
                <a:solidFill>
                  <a:schemeClr val="bg1"/>
                </a:solidFill>
                <a:latin typeface="Barlow Medium"/>
                <a:ea typeface="Barlow Medium"/>
                <a:cs typeface="Barlow Medium"/>
                <a:sym typeface="Barlow Medium"/>
              </a:rPr>
              <a:t>rallijs</a:t>
            </a:r>
            <a:r>
              <a:rPr lang="en-GB" dirty="0">
                <a:solidFill>
                  <a:schemeClr val="bg1"/>
                </a:solidFill>
                <a:latin typeface="Barlow Medium"/>
                <a:ea typeface="Barlow Medium"/>
                <a:cs typeface="Barlow Medium"/>
                <a:sym typeface="Barlow Medium"/>
              </a:rPr>
              <a:t> </a:t>
            </a:r>
            <a:r>
              <a:rPr lang="en-GB" dirty="0" err="1">
                <a:solidFill>
                  <a:schemeClr val="bg1"/>
                </a:solidFill>
                <a:latin typeface="Barlow Medium"/>
                <a:ea typeface="Barlow Medium"/>
                <a:cs typeface="Barlow Medium"/>
                <a:sym typeface="Barlow Medium"/>
              </a:rPr>
              <a:t>vēl</a:t>
            </a:r>
            <a:r>
              <a:rPr lang="en-GB" dirty="0">
                <a:solidFill>
                  <a:schemeClr val="bg1"/>
                </a:solidFill>
                <a:latin typeface="Barlow Medium"/>
                <a:ea typeface="Barlow Medium"/>
                <a:cs typeface="Barlow Medium"/>
                <a:sym typeface="Barlow Medium"/>
              </a:rPr>
              <a:t> nav </a:t>
            </a:r>
            <a:r>
              <a:rPr lang="en-GB" dirty="0" err="1">
                <a:solidFill>
                  <a:schemeClr val="bg1"/>
                </a:solidFill>
                <a:latin typeface="Barlow Medium"/>
                <a:ea typeface="Barlow Medium"/>
                <a:cs typeface="Barlow Medium"/>
                <a:sym typeface="Barlow Medium"/>
              </a:rPr>
              <a:t>sācies</a:t>
            </a:r>
            <a:r>
              <a:rPr lang="en-GB" dirty="0">
                <a:solidFill>
                  <a:schemeClr val="bg1"/>
                </a:solidFill>
                <a:latin typeface="Barlow Medium"/>
                <a:ea typeface="Barlow Medium"/>
                <a:cs typeface="Barlow Medium"/>
                <a:sym typeface="Barlow Medium"/>
              </a:rPr>
              <a:t>, </a:t>
            </a:r>
            <a:r>
              <a:rPr lang="en-GB" dirty="0" err="1">
                <a:solidFill>
                  <a:schemeClr val="bg1"/>
                </a:solidFill>
                <a:latin typeface="Barlow Medium"/>
                <a:ea typeface="Barlow Medium"/>
                <a:cs typeface="Barlow Medium"/>
                <a:sym typeface="Barlow Medium"/>
              </a:rPr>
              <a:t>pogas</a:t>
            </a:r>
            <a:r>
              <a:rPr lang="en-GB" dirty="0">
                <a:solidFill>
                  <a:schemeClr val="bg1"/>
                </a:solidFill>
                <a:latin typeface="Barlow Medium"/>
                <a:ea typeface="Barlow Medium"/>
                <a:cs typeface="Barlow Medium"/>
                <a:sym typeface="Barlow Medium"/>
              </a:rPr>
              <a:t> </a:t>
            </a:r>
            <a:r>
              <a:rPr lang="en-GB" dirty="0" err="1">
                <a:solidFill>
                  <a:schemeClr val="bg1"/>
                </a:solidFill>
                <a:latin typeface="Barlow Medium"/>
                <a:ea typeface="Barlow Medium"/>
                <a:cs typeface="Barlow Medium"/>
                <a:sym typeface="Barlow Medium"/>
              </a:rPr>
              <a:t>ir</a:t>
            </a:r>
            <a:r>
              <a:rPr lang="en-GB" dirty="0">
                <a:solidFill>
                  <a:schemeClr val="bg1"/>
                </a:solidFill>
                <a:latin typeface="Barlow Medium"/>
                <a:ea typeface="Barlow Medium"/>
                <a:cs typeface="Barlow Medium"/>
                <a:sym typeface="Barlow Medium"/>
              </a:rPr>
              <a:t> </a:t>
            </a:r>
            <a:r>
              <a:rPr lang="en-GB" dirty="0" err="1">
                <a:solidFill>
                  <a:schemeClr val="bg1"/>
                </a:solidFill>
                <a:latin typeface="Barlow Medium"/>
                <a:ea typeface="Barlow Medium"/>
                <a:cs typeface="Barlow Medium"/>
                <a:sym typeface="Barlow Medium"/>
              </a:rPr>
              <a:t>atspējotas</a:t>
            </a:r>
            <a:r>
              <a:rPr lang="en-GB" dirty="0">
                <a:solidFill>
                  <a:schemeClr val="bg1"/>
                </a:solidFill>
                <a:latin typeface="Barlow Medium"/>
                <a:ea typeface="Barlow Medium"/>
                <a:cs typeface="Barlow Medium"/>
                <a:sym typeface="Barlow Medium"/>
              </a:rPr>
              <a:t>.</a:t>
            </a:r>
          </a:p>
          <a:p>
            <a:pPr marL="342900" indent="-342900">
              <a:buClr>
                <a:schemeClr val="bg1"/>
              </a:buClr>
              <a:buSzPts val="1200"/>
              <a:buFont typeface="+mj-lt"/>
              <a:buAutoNum type="arabicPeriod"/>
            </a:pPr>
            <a:r>
              <a:rPr lang="lv-LV" dirty="0">
                <a:solidFill>
                  <a:schemeClr val="bg1"/>
                </a:solidFill>
                <a:latin typeface="Barlow Medium"/>
                <a:ea typeface="Barlow Medium"/>
                <a:cs typeface="Barlow Medium"/>
                <a:sym typeface="Barlow Medium"/>
              </a:rPr>
              <a:t>Ja rallijs ir sācies, bet kopvērtējuma dati vēl nav aprēķināti. Vai, ja rallijs ir beidzies un dati vel nav aprēķināti.</a:t>
            </a:r>
          </a:p>
          <a:p>
            <a:pPr marL="342900" indent="-342900">
              <a:buClr>
                <a:schemeClr val="bg1"/>
              </a:buClr>
              <a:buSzPts val="1200"/>
              <a:buFont typeface="+mj-lt"/>
              <a:buAutoNum type="arabicPeriod"/>
            </a:pPr>
            <a:r>
              <a:rPr lang="lv-LV" dirty="0">
                <a:solidFill>
                  <a:schemeClr val="bg1"/>
                </a:solidFill>
                <a:latin typeface="Barlow Medium"/>
                <a:ea typeface="Barlow Medium"/>
                <a:cs typeface="Barlow Medium"/>
                <a:sym typeface="Barlow Medium"/>
              </a:rPr>
              <a:t>Ja rallijs ir sācies un kopvērtējuma dati jau ir aprēķināti. Vai, ja rallijs ir beidzies un kopvērtējuma dati ir aprēķināti</a:t>
            </a:r>
          </a:p>
          <a:p>
            <a:pPr marL="342900" indent="-342900">
              <a:buClr>
                <a:schemeClr val="bg1"/>
              </a:buClr>
              <a:buSzPts val="1200"/>
              <a:buFont typeface="+mj-lt"/>
              <a:buAutoNum type="arabicPeriod"/>
            </a:pPr>
            <a:r>
              <a:rPr lang="lv-LV" dirty="0">
                <a:solidFill>
                  <a:schemeClr val="bg1"/>
                </a:solidFill>
                <a:latin typeface="Barlow Medium"/>
                <a:ea typeface="Barlow Medium"/>
                <a:cs typeface="Barlow Medium"/>
                <a:sym typeface="Barlow Medium"/>
              </a:rPr>
              <a:t>Ja rallijs ir beidzies, kopvērtējuma rezultāti un punkti ir bijuši aprēķināti.</a:t>
            </a:r>
            <a:endParaRPr lang="en-GB" dirty="0">
              <a:solidFill>
                <a:schemeClr val="bg1"/>
              </a:solidFill>
              <a:latin typeface="Barlow Medium"/>
              <a:ea typeface="Barlow Medium"/>
              <a:cs typeface="Barlow Medium"/>
              <a:sym typeface="Barlow Medium"/>
            </a:endParaRPr>
          </a:p>
          <a:p>
            <a:pPr>
              <a:buSzPts val="1200"/>
            </a:pPr>
            <a:endParaRPr lang="en-GB" dirty="0">
              <a:solidFill>
                <a:schemeClr val="lt1"/>
              </a:solidFill>
              <a:latin typeface="Barlow Medium"/>
              <a:ea typeface="Barlow Medium"/>
              <a:cs typeface="Barlow Medium"/>
              <a:sym typeface="Barlow Medium"/>
            </a:endParaRPr>
          </a:p>
          <a:p>
            <a:pPr>
              <a:buSzPts val="1200"/>
            </a:pPr>
            <a:endParaRPr lang="en" dirty="0">
              <a:solidFill>
                <a:schemeClr val="lt1"/>
              </a:solidFill>
              <a:latin typeface="Barlow Medium"/>
              <a:ea typeface="Barlow Medium"/>
              <a:cs typeface="Barlow Medium"/>
              <a:sym typeface="Barlow Medium"/>
            </a:endParaRPr>
          </a:p>
        </p:txBody>
      </p:sp>
      <p:pic>
        <p:nvPicPr>
          <p:cNvPr id="2" name="Picture 1" descr="A black and white sign with white text&#10;&#10;Description automatically generated">
            <a:extLst>
              <a:ext uri="{FF2B5EF4-FFF2-40B4-BE49-F238E27FC236}">
                <a16:creationId xmlns:a16="http://schemas.microsoft.com/office/drawing/2014/main" id="{3E370590-8110-FF2A-DA04-E70FD52C13AA}"/>
              </a:ext>
            </a:extLst>
          </p:cNvPr>
          <p:cNvPicPr>
            <a:picLocks noChangeAspect="1"/>
          </p:cNvPicPr>
          <p:nvPr/>
        </p:nvPicPr>
        <p:blipFill>
          <a:blip r:embed="rId3"/>
          <a:stretch>
            <a:fillRect/>
          </a:stretch>
        </p:blipFill>
        <p:spPr>
          <a:xfrm>
            <a:off x="6297903" y="1958132"/>
            <a:ext cx="2126615" cy="405765"/>
          </a:xfrm>
          <a:prstGeom prst="rect">
            <a:avLst/>
          </a:prstGeom>
        </p:spPr>
      </p:pic>
      <p:pic>
        <p:nvPicPr>
          <p:cNvPr id="6" name="Picture 5">
            <a:extLst>
              <a:ext uri="{FF2B5EF4-FFF2-40B4-BE49-F238E27FC236}">
                <a16:creationId xmlns:a16="http://schemas.microsoft.com/office/drawing/2014/main" id="{84394C42-02FD-9525-D3F8-FB0E3837606F}"/>
              </a:ext>
            </a:extLst>
          </p:cNvPr>
          <p:cNvPicPr>
            <a:picLocks noChangeAspect="1"/>
          </p:cNvPicPr>
          <p:nvPr/>
        </p:nvPicPr>
        <p:blipFill>
          <a:blip r:embed="rId4"/>
          <a:stretch>
            <a:fillRect/>
          </a:stretch>
        </p:blipFill>
        <p:spPr>
          <a:xfrm>
            <a:off x="5934715" y="2488602"/>
            <a:ext cx="2496185" cy="325120"/>
          </a:xfrm>
          <a:prstGeom prst="rect">
            <a:avLst/>
          </a:prstGeom>
        </p:spPr>
      </p:pic>
      <p:pic>
        <p:nvPicPr>
          <p:cNvPr id="7" name="Picture 6">
            <a:extLst>
              <a:ext uri="{FF2B5EF4-FFF2-40B4-BE49-F238E27FC236}">
                <a16:creationId xmlns:a16="http://schemas.microsoft.com/office/drawing/2014/main" id="{D6D27DE2-0560-87D6-EC42-E11FCE261C69}"/>
              </a:ext>
            </a:extLst>
          </p:cNvPr>
          <p:cNvPicPr>
            <a:picLocks noChangeAspect="1"/>
          </p:cNvPicPr>
          <p:nvPr/>
        </p:nvPicPr>
        <p:blipFill>
          <a:blip r:embed="rId5"/>
          <a:stretch>
            <a:fillRect/>
          </a:stretch>
        </p:blipFill>
        <p:spPr>
          <a:xfrm>
            <a:off x="6466496" y="2919897"/>
            <a:ext cx="1993900" cy="328295"/>
          </a:xfrm>
          <a:prstGeom prst="rect">
            <a:avLst/>
          </a:prstGeom>
        </p:spPr>
      </p:pic>
      <p:pic>
        <p:nvPicPr>
          <p:cNvPr id="8" name="Picture 7">
            <a:extLst>
              <a:ext uri="{FF2B5EF4-FFF2-40B4-BE49-F238E27FC236}">
                <a16:creationId xmlns:a16="http://schemas.microsoft.com/office/drawing/2014/main" id="{D00C09CB-A68A-9593-4B53-5FF0434A58C3}"/>
              </a:ext>
            </a:extLst>
          </p:cNvPr>
          <p:cNvPicPr>
            <a:picLocks noChangeAspect="1"/>
          </p:cNvPicPr>
          <p:nvPr/>
        </p:nvPicPr>
        <p:blipFill>
          <a:blip r:embed="rId6"/>
          <a:stretch>
            <a:fillRect/>
          </a:stretch>
        </p:blipFill>
        <p:spPr>
          <a:xfrm>
            <a:off x="6262026" y="3372897"/>
            <a:ext cx="2198370" cy="348615"/>
          </a:xfrm>
          <a:prstGeom prst="rect">
            <a:avLst/>
          </a:prstGeom>
        </p:spPr>
      </p:pic>
    </p:spTree>
    <p:extLst>
      <p:ext uri="{BB962C8B-B14F-4D97-AF65-F5344CB8AC3E}">
        <p14:creationId xmlns:p14="http://schemas.microsoft.com/office/powerpoint/2010/main" val="16754936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30">
          <a:extLst>
            <a:ext uri="{FF2B5EF4-FFF2-40B4-BE49-F238E27FC236}">
              <a16:creationId xmlns:a16="http://schemas.microsoft.com/office/drawing/2014/main" id="{396FC131-A35D-3D6C-C4DF-984B0ACEDDD0}"/>
            </a:ext>
          </a:extLst>
        </p:cNvPr>
        <p:cNvGrpSpPr/>
        <p:nvPr/>
      </p:nvGrpSpPr>
      <p:grpSpPr>
        <a:xfrm>
          <a:off x="0" y="0"/>
          <a:ext cx="0" cy="0"/>
          <a:chOff x="0" y="0"/>
          <a:chExt cx="0" cy="0"/>
        </a:xfrm>
      </p:grpSpPr>
      <p:sp>
        <p:nvSpPr>
          <p:cNvPr id="1131" name="Google Shape;1131;g3549d0111a7_0_23">
            <a:extLst>
              <a:ext uri="{FF2B5EF4-FFF2-40B4-BE49-F238E27FC236}">
                <a16:creationId xmlns:a16="http://schemas.microsoft.com/office/drawing/2014/main" id="{4F40EEA1-F2C9-C5AE-470C-F2C582C1D922}"/>
              </a:ext>
            </a:extLst>
          </p:cNvPr>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lv-LV" dirty="0"/>
              <a:t>Automātiski izveidotie dati</a:t>
            </a:r>
            <a:endParaRPr lang="en-GB" dirty="0"/>
          </a:p>
        </p:txBody>
      </p:sp>
      <p:sp>
        <p:nvSpPr>
          <p:cNvPr id="1133" name="Google Shape;1133;g3549d0111a7_0_23">
            <a:extLst>
              <a:ext uri="{FF2B5EF4-FFF2-40B4-BE49-F238E27FC236}">
                <a16:creationId xmlns:a16="http://schemas.microsoft.com/office/drawing/2014/main" id="{5546C4C1-24DE-6090-812A-4EC50BB40CED}"/>
              </a:ext>
            </a:extLst>
          </p:cNvPr>
          <p:cNvSpPr txBox="1">
            <a:spLocks noGrp="1"/>
          </p:cNvSpPr>
          <p:nvPr>
            <p:ph type="subTitle" idx="4294967295"/>
          </p:nvPr>
        </p:nvSpPr>
        <p:spPr>
          <a:xfrm>
            <a:off x="486562" y="1825958"/>
            <a:ext cx="5436066" cy="2348100"/>
          </a:xfrm>
          <a:prstGeom prst="rect">
            <a:avLst/>
          </a:prstGeom>
          <a:noFill/>
          <a:ln>
            <a:noFill/>
          </a:ln>
        </p:spPr>
        <p:txBody>
          <a:bodyPr spcFirstLastPara="1" wrap="square" lIns="91425" tIns="91425" rIns="91425" bIns="91425" anchor="t" anchorCtr="0">
            <a:noAutofit/>
          </a:bodyPr>
          <a:lstStyle/>
          <a:p>
            <a:pPr marL="285750" indent="-285750">
              <a:buClr>
                <a:schemeClr val="bg1"/>
              </a:buClr>
            </a:pPr>
            <a:r>
              <a:rPr lang="lv-LV" sz="2000" dirty="0">
                <a:solidFill>
                  <a:schemeClr val="lt1"/>
                </a:solidFill>
              </a:rPr>
              <a:t>Katrai tabulai izveidots savs </a:t>
            </a:r>
            <a:r>
              <a:rPr lang="lv-LV" sz="2000" i="1" dirty="0" err="1">
                <a:solidFill>
                  <a:schemeClr val="lt1"/>
                </a:solidFill>
              </a:rPr>
              <a:t>Laravel</a:t>
            </a:r>
            <a:r>
              <a:rPr lang="lv-LV" sz="2000" i="1" dirty="0">
                <a:solidFill>
                  <a:schemeClr val="lt1"/>
                </a:solidFill>
              </a:rPr>
              <a:t> </a:t>
            </a:r>
            <a:r>
              <a:rPr lang="lv-LV" sz="2000" i="1" dirty="0" err="1">
                <a:solidFill>
                  <a:schemeClr val="lt1"/>
                </a:solidFill>
              </a:rPr>
              <a:t>seeder</a:t>
            </a:r>
            <a:r>
              <a:rPr lang="lv-LV" sz="2000" dirty="0">
                <a:solidFill>
                  <a:schemeClr val="lt1"/>
                </a:solidFill>
              </a:rPr>
              <a:t> </a:t>
            </a:r>
          </a:p>
          <a:p>
            <a:pPr marL="285750" indent="-285750">
              <a:buClr>
                <a:schemeClr val="bg1"/>
              </a:buClr>
            </a:pPr>
            <a:r>
              <a:rPr lang="lv-LV" sz="2000" dirty="0">
                <a:solidFill>
                  <a:schemeClr val="lt1"/>
                </a:solidFill>
              </a:rPr>
              <a:t>Datus var atkārtoti izveidot jebkurā brīdī (testēšanai, demonstrācijām u.c.)</a:t>
            </a:r>
          </a:p>
          <a:p>
            <a:pPr marL="285750" indent="-285750">
              <a:buClr>
                <a:schemeClr val="bg1"/>
              </a:buClr>
            </a:pPr>
            <a:r>
              <a:rPr lang="lv-LV" sz="2000" dirty="0">
                <a:solidFill>
                  <a:schemeClr val="lt1"/>
                </a:solidFill>
              </a:rPr>
              <a:t>Izmantots </a:t>
            </a:r>
            <a:r>
              <a:rPr lang="lv-LV" sz="2000" i="1" dirty="0" err="1">
                <a:solidFill>
                  <a:schemeClr val="lt1"/>
                </a:solidFill>
              </a:rPr>
              <a:t>Laravel</a:t>
            </a:r>
            <a:r>
              <a:rPr lang="lv-LV" sz="2000" i="1" dirty="0">
                <a:solidFill>
                  <a:schemeClr val="lt1"/>
                </a:solidFill>
              </a:rPr>
              <a:t> </a:t>
            </a:r>
            <a:r>
              <a:rPr lang="lv-LV" sz="2000" i="1" dirty="0" err="1">
                <a:solidFill>
                  <a:schemeClr val="lt1"/>
                </a:solidFill>
              </a:rPr>
              <a:t>Faker</a:t>
            </a:r>
            <a:endParaRPr lang="lv-LV" sz="2000" i="1" dirty="0">
              <a:solidFill>
                <a:schemeClr val="lt1"/>
              </a:solidFill>
            </a:endParaRPr>
          </a:p>
        </p:txBody>
      </p:sp>
      <p:pic>
        <p:nvPicPr>
          <p:cNvPr id="2" name="Picture 1">
            <a:extLst>
              <a:ext uri="{FF2B5EF4-FFF2-40B4-BE49-F238E27FC236}">
                <a16:creationId xmlns:a16="http://schemas.microsoft.com/office/drawing/2014/main" id="{45953FE6-90BF-2E9A-5FC0-F6DF9929D4B5}"/>
              </a:ext>
            </a:extLst>
          </p:cNvPr>
          <p:cNvPicPr>
            <a:picLocks noChangeAspect="1"/>
          </p:cNvPicPr>
          <p:nvPr/>
        </p:nvPicPr>
        <p:blipFill>
          <a:blip r:embed="rId3"/>
          <a:stretch>
            <a:fillRect/>
          </a:stretch>
        </p:blipFill>
        <p:spPr>
          <a:xfrm>
            <a:off x="5939406" y="1115696"/>
            <a:ext cx="2265027" cy="3951602"/>
          </a:xfrm>
          <a:prstGeom prst="rect">
            <a:avLst/>
          </a:prstGeom>
        </p:spPr>
      </p:pic>
    </p:spTree>
    <p:extLst>
      <p:ext uri="{BB962C8B-B14F-4D97-AF65-F5344CB8AC3E}">
        <p14:creationId xmlns:p14="http://schemas.microsoft.com/office/powerpoint/2010/main" val="32802574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19">
          <a:extLst>
            <a:ext uri="{FF2B5EF4-FFF2-40B4-BE49-F238E27FC236}">
              <a16:creationId xmlns:a16="http://schemas.microsoft.com/office/drawing/2014/main" id="{7D40D4AE-25D9-B374-B4EA-5727B488241E}"/>
            </a:ext>
          </a:extLst>
        </p:cNvPr>
        <p:cNvGrpSpPr/>
        <p:nvPr/>
      </p:nvGrpSpPr>
      <p:grpSpPr>
        <a:xfrm>
          <a:off x="0" y="0"/>
          <a:ext cx="0" cy="0"/>
          <a:chOff x="0" y="0"/>
          <a:chExt cx="0" cy="0"/>
        </a:xfrm>
      </p:grpSpPr>
      <p:sp>
        <p:nvSpPr>
          <p:cNvPr id="1120" name="Google Shape;1120;g3549d0111a7_0_7">
            <a:extLst>
              <a:ext uri="{FF2B5EF4-FFF2-40B4-BE49-F238E27FC236}">
                <a16:creationId xmlns:a16="http://schemas.microsoft.com/office/drawing/2014/main" id="{876B0845-0DDE-A4CF-FA50-2C766CE08E51}"/>
              </a:ext>
            </a:extLst>
          </p:cNvPr>
          <p:cNvSpPr txBox="1">
            <a:spLocks noGrp="1"/>
          </p:cNvSpPr>
          <p:nvPr>
            <p:ph type="title"/>
          </p:nvPr>
        </p:nvSpPr>
        <p:spPr>
          <a:xfrm>
            <a:off x="1489200" y="1743300"/>
            <a:ext cx="6165600" cy="16569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9000"/>
              <a:buNone/>
            </a:pPr>
            <a:r>
              <a:rPr lang="en" sz="4800"/>
              <a:t>Secinājumi un priekšlikumi</a:t>
            </a:r>
            <a:endParaRPr sz="4800"/>
          </a:p>
        </p:txBody>
      </p:sp>
    </p:spTree>
    <p:extLst>
      <p:ext uri="{BB962C8B-B14F-4D97-AF65-F5344CB8AC3E}">
        <p14:creationId xmlns:p14="http://schemas.microsoft.com/office/powerpoint/2010/main" val="36670372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5" name="Google Shape;1125;g3549d0111a7_0_18"/>
          <p:cNvSpPr txBox="1">
            <a:spLocks noGrp="1"/>
          </p:cNvSpPr>
          <p:nvPr>
            <p:ph type="title"/>
          </p:nvPr>
        </p:nvSpPr>
        <p:spPr>
          <a:xfrm>
            <a:off x="666900" y="1105200"/>
            <a:ext cx="7810200" cy="973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solidFill>
                  <a:schemeClr val="accent1"/>
                </a:solidFill>
              </a:rPr>
              <a:t>Darba mērķis tika sasniegts</a:t>
            </a:r>
            <a:endParaRPr>
              <a:solidFill>
                <a:schemeClr val="accent1"/>
              </a:solidFill>
            </a:endParaRPr>
          </a:p>
        </p:txBody>
      </p:sp>
      <p:sp>
        <p:nvSpPr>
          <p:cNvPr id="1126" name="Google Shape;1126;g3549d0111a7_0_18"/>
          <p:cNvSpPr txBox="1">
            <a:spLocks noGrp="1"/>
          </p:cNvSpPr>
          <p:nvPr>
            <p:ph type="subTitle" idx="1"/>
          </p:nvPr>
        </p:nvSpPr>
        <p:spPr>
          <a:xfrm>
            <a:off x="1514700" y="1861450"/>
            <a:ext cx="6114600" cy="1959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800"/>
              <a:t>Tika izveidota funkcionāla un mūsdienīga mājaslapa Latvijas rallija čempionātam, kas piedāvātu lietotājiem ērtu piekļuvi sacensību informācijai, jaunākajām ziņām, rezultātiem un citiem ar ralliju saistītiem materiāliem, kā arī administratoram tika nodrošināts ērts pārvaldības panelis visu datu rediģēšanai un uzturēšanai.</a:t>
            </a:r>
            <a:endParaRPr sz="1800"/>
          </a:p>
          <a:p>
            <a:pPr marL="0" lvl="0" indent="0" algn="l" rtl="0">
              <a:lnSpc>
                <a:spcPct val="100000"/>
              </a:lnSpc>
              <a:spcBef>
                <a:spcPts val="0"/>
              </a:spcBef>
              <a:spcAft>
                <a:spcPts val="0"/>
              </a:spcAft>
              <a:buNone/>
            </a:pPr>
            <a:endParaRPr sz="1800"/>
          </a:p>
          <a:p>
            <a:pPr marL="0" lvl="0" indent="0" algn="ctr" rtl="0">
              <a:lnSpc>
                <a:spcPct val="100000"/>
              </a:lnSpc>
              <a:spcBef>
                <a:spcPts val="0"/>
              </a:spcBef>
              <a:spcAft>
                <a:spcPts val="0"/>
              </a:spcAft>
              <a:buNone/>
            </a:pPr>
            <a:endParaRPr sz="18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30"/>
        <p:cNvGrpSpPr/>
        <p:nvPr/>
      </p:nvGrpSpPr>
      <p:grpSpPr>
        <a:xfrm>
          <a:off x="0" y="0"/>
          <a:ext cx="0" cy="0"/>
          <a:chOff x="0" y="0"/>
          <a:chExt cx="0" cy="0"/>
        </a:xfrm>
      </p:grpSpPr>
      <p:sp>
        <p:nvSpPr>
          <p:cNvPr id="1131" name="Google Shape;1131;g3549d0111a7_0_23"/>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Projekta Internacionalizācija</a:t>
            </a:r>
            <a:endParaRPr/>
          </a:p>
        </p:txBody>
      </p:sp>
      <p:graphicFrame>
        <p:nvGraphicFramePr>
          <p:cNvPr id="1132" name="Google Shape;1132;g3549d0111a7_0_23"/>
          <p:cNvGraphicFramePr/>
          <p:nvPr/>
        </p:nvGraphicFramePr>
        <p:xfrm>
          <a:off x="5585882" y="1885950"/>
          <a:ext cx="2594175" cy="2278450"/>
        </p:xfrm>
        <a:graphic>
          <a:graphicData uri="http://schemas.openxmlformats.org/drawingml/2006/table">
            <a:tbl>
              <a:tblPr>
                <a:noFill/>
                <a:tableStyleId>{21FA7378-C184-4F61-92EC-3E32C5E77C85}</a:tableStyleId>
              </a:tblPr>
              <a:tblGrid>
                <a:gridCol w="1208550">
                  <a:extLst>
                    <a:ext uri="{9D8B030D-6E8A-4147-A177-3AD203B41FA5}">
                      <a16:colId xmlns:a16="http://schemas.microsoft.com/office/drawing/2014/main" val="20000"/>
                    </a:ext>
                  </a:extLst>
                </a:gridCol>
                <a:gridCol w="1385625">
                  <a:extLst>
                    <a:ext uri="{9D8B030D-6E8A-4147-A177-3AD203B41FA5}">
                      <a16:colId xmlns:a16="http://schemas.microsoft.com/office/drawing/2014/main" val="20001"/>
                    </a:ext>
                  </a:extLst>
                </a:gridCol>
              </a:tblGrid>
              <a:tr h="534200">
                <a:tc>
                  <a:txBody>
                    <a:bodyPr/>
                    <a:lstStyle/>
                    <a:p>
                      <a:pPr marL="0" marR="0" lvl="0" indent="0" algn="ctr" rtl="0">
                        <a:lnSpc>
                          <a:spcPct val="100000"/>
                        </a:lnSpc>
                        <a:spcBef>
                          <a:spcPts val="0"/>
                        </a:spcBef>
                        <a:spcAft>
                          <a:spcPts val="0"/>
                        </a:spcAft>
                        <a:buClr>
                          <a:srgbClr val="000000"/>
                        </a:buClr>
                        <a:buSzPts val="1400"/>
                        <a:buFont typeface="Arial"/>
                        <a:buNone/>
                      </a:pPr>
                      <a:r>
                        <a:rPr lang="en">
                          <a:solidFill>
                            <a:schemeClr val="lt1"/>
                          </a:solidFill>
                          <a:latin typeface="Russo One"/>
                          <a:ea typeface="Russo One"/>
                          <a:cs typeface="Russo One"/>
                          <a:sym typeface="Russo One"/>
                        </a:rPr>
                        <a:t>Valoda</a:t>
                      </a:r>
                      <a:endParaRPr sz="1400" u="none" strike="noStrike" cap="none">
                        <a:solidFill>
                          <a:schemeClr val="lt1"/>
                        </a:solidFill>
                        <a:latin typeface="Russo One"/>
                        <a:ea typeface="Russo One"/>
                        <a:cs typeface="Russo One"/>
                        <a:sym typeface="Russo One"/>
                      </a:endParaRPr>
                    </a:p>
                  </a:txBody>
                  <a:tcPr marL="91425" marR="91425" marT="45700" marB="457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a:solidFill>
                            <a:schemeClr val="lt1"/>
                          </a:solidFill>
                          <a:latin typeface="Russo One"/>
                          <a:ea typeface="Russo One"/>
                          <a:cs typeface="Russo One"/>
                          <a:sym typeface="Russo One"/>
                        </a:rPr>
                        <a:t>Ieviests</a:t>
                      </a:r>
                      <a:endParaRPr sz="1400" u="none" strike="noStrike" cap="none">
                        <a:solidFill>
                          <a:schemeClr val="lt1"/>
                        </a:solidFill>
                        <a:latin typeface="Russo One"/>
                        <a:ea typeface="Russo One"/>
                        <a:cs typeface="Russo One"/>
                        <a:sym typeface="Russo One"/>
                      </a:endParaRPr>
                    </a:p>
                  </a:txBody>
                  <a:tcPr marL="91425" marR="91425" marT="45700" marB="457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extLst>
                  <a:ext uri="{0D108BD9-81ED-4DB2-BD59-A6C34878D82A}">
                    <a16:rowId xmlns:a16="http://schemas.microsoft.com/office/drawing/2014/main" val="10000"/>
                  </a:ext>
                </a:extLst>
              </a:tr>
              <a:tr h="348850">
                <a:tc>
                  <a:txBody>
                    <a:bodyPr/>
                    <a:lstStyle/>
                    <a:p>
                      <a:pPr marL="0" marR="0" lvl="0" indent="0" algn="ctr" rtl="0">
                        <a:lnSpc>
                          <a:spcPct val="100000"/>
                        </a:lnSpc>
                        <a:spcBef>
                          <a:spcPts val="0"/>
                        </a:spcBef>
                        <a:spcAft>
                          <a:spcPts val="0"/>
                        </a:spcAft>
                        <a:buClr>
                          <a:srgbClr val="000000"/>
                        </a:buClr>
                        <a:buSzPts val="1100"/>
                        <a:buFont typeface="Arial"/>
                        <a:buNone/>
                      </a:pPr>
                      <a:r>
                        <a:rPr lang="en" sz="1100" b="1">
                          <a:solidFill>
                            <a:schemeClr val="lt1"/>
                          </a:solidFill>
                          <a:latin typeface="Open Sans"/>
                          <a:ea typeface="Open Sans"/>
                          <a:cs typeface="Open Sans"/>
                          <a:sym typeface="Open Sans"/>
                        </a:rPr>
                        <a:t>LV</a:t>
                      </a:r>
                      <a:endParaRPr sz="1100" b="1" u="none" strike="noStrike" cap="none">
                        <a:solidFill>
                          <a:schemeClr val="lt1"/>
                        </a:solidFill>
                        <a:latin typeface="Open Sans"/>
                        <a:ea typeface="Open Sans"/>
                        <a:cs typeface="Open Sans"/>
                        <a:sym typeface="Open Sans"/>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a:solidFill>
                            <a:schemeClr val="lt1"/>
                          </a:solidFill>
                          <a:latin typeface="Barlow Medium"/>
                          <a:ea typeface="Barlow Medium"/>
                          <a:cs typeface="Barlow Medium"/>
                          <a:sym typeface="Barlow Medium"/>
                        </a:rPr>
                        <a:t>Jā</a:t>
                      </a:r>
                      <a:endParaRPr sz="1100" u="none" strike="noStrike" cap="none">
                        <a:solidFill>
                          <a:schemeClr val="lt1"/>
                        </a:solidFill>
                        <a:latin typeface="Barlow Medium"/>
                        <a:ea typeface="Barlow Medium"/>
                        <a:cs typeface="Barlow Medium"/>
                        <a:sym typeface="Barlow Medium"/>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348850">
                <a:tc>
                  <a:txBody>
                    <a:bodyPr/>
                    <a:lstStyle/>
                    <a:p>
                      <a:pPr marL="0" marR="0" lvl="0" indent="0" algn="ctr" rtl="0">
                        <a:lnSpc>
                          <a:spcPct val="100000"/>
                        </a:lnSpc>
                        <a:spcBef>
                          <a:spcPts val="0"/>
                        </a:spcBef>
                        <a:spcAft>
                          <a:spcPts val="0"/>
                        </a:spcAft>
                        <a:buClr>
                          <a:srgbClr val="000000"/>
                        </a:buClr>
                        <a:buSzPts val="1100"/>
                        <a:buFont typeface="Arial"/>
                        <a:buNone/>
                      </a:pPr>
                      <a:r>
                        <a:rPr lang="en" sz="1100" b="1">
                          <a:solidFill>
                            <a:schemeClr val="lt1"/>
                          </a:solidFill>
                          <a:latin typeface="Open Sans"/>
                          <a:ea typeface="Open Sans"/>
                          <a:cs typeface="Open Sans"/>
                          <a:sym typeface="Open Sans"/>
                        </a:rPr>
                        <a:t>EN</a:t>
                      </a:r>
                      <a:endParaRPr sz="1100" b="1" u="none" strike="noStrike" cap="none">
                        <a:solidFill>
                          <a:schemeClr val="lt1"/>
                        </a:solidFill>
                        <a:latin typeface="Open Sans"/>
                        <a:ea typeface="Open Sans"/>
                        <a:cs typeface="Open Sans"/>
                        <a:sym typeface="Open Sans"/>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lvl="0" indent="0" algn="ctr" rtl="0">
                        <a:spcBef>
                          <a:spcPts val="0"/>
                        </a:spcBef>
                        <a:spcAft>
                          <a:spcPts val="0"/>
                        </a:spcAft>
                        <a:buNone/>
                      </a:pPr>
                      <a:r>
                        <a:rPr lang="en" sz="1100">
                          <a:solidFill>
                            <a:schemeClr val="lt1"/>
                          </a:solidFill>
                          <a:latin typeface="Barlow Medium"/>
                          <a:ea typeface="Barlow Medium"/>
                          <a:cs typeface="Barlow Medium"/>
                          <a:sym typeface="Barlow Medium"/>
                        </a:rPr>
                        <a:t>Jā</a:t>
                      </a:r>
                      <a:endParaRPr sz="1100">
                        <a:solidFill>
                          <a:schemeClr val="lt1"/>
                        </a:solidFill>
                        <a:latin typeface="Barlow Medium"/>
                        <a:ea typeface="Barlow Medium"/>
                        <a:cs typeface="Barlow Medium"/>
                        <a:sym typeface="Barlow Medium"/>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348850">
                <a:tc>
                  <a:txBody>
                    <a:bodyPr/>
                    <a:lstStyle/>
                    <a:p>
                      <a:pPr marL="0" marR="0" lvl="0" indent="0" algn="ctr" rtl="0">
                        <a:lnSpc>
                          <a:spcPct val="100000"/>
                        </a:lnSpc>
                        <a:spcBef>
                          <a:spcPts val="0"/>
                        </a:spcBef>
                        <a:spcAft>
                          <a:spcPts val="0"/>
                        </a:spcAft>
                        <a:buClr>
                          <a:srgbClr val="000000"/>
                        </a:buClr>
                        <a:buSzPts val="1100"/>
                        <a:buFont typeface="Arial"/>
                        <a:buNone/>
                      </a:pPr>
                      <a:r>
                        <a:rPr lang="en" sz="1100" b="1">
                          <a:solidFill>
                            <a:schemeClr val="lt1"/>
                          </a:solidFill>
                          <a:latin typeface="Open Sans"/>
                          <a:ea typeface="Open Sans"/>
                          <a:cs typeface="Open Sans"/>
                          <a:sym typeface="Open Sans"/>
                        </a:rPr>
                        <a:t>UA</a:t>
                      </a:r>
                      <a:endParaRPr sz="1100" b="1" u="none" strike="noStrike" cap="none">
                        <a:solidFill>
                          <a:schemeClr val="lt1"/>
                        </a:solidFill>
                        <a:latin typeface="Open Sans"/>
                        <a:ea typeface="Open Sans"/>
                        <a:cs typeface="Open Sans"/>
                        <a:sym typeface="Open Sans"/>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lvl="0" indent="0" algn="ctr" rtl="0">
                        <a:spcBef>
                          <a:spcPts val="0"/>
                        </a:spcBef>
                        <a:spcAft>
                          <a:spcPts val="0"/>
                        </a:spcAft>
                        <a:buNone/>
                      </a:pPr>
                      <a:r>
                        <a:rPr lang="en" sz="1100">
                          <a:solidFill>
                            <a:schemeClr val="lt1"/>
                          </a:solidFill>
                          <a:latin typeface="Barlow Medium"/>
                          <a:ea typeface="Barlow Medium"/>
                          <a:cs typeface="Barlow Medium"/>
                          <a:sym typeface="Barlow Medium"/>
                        </a:rPr>
                        <a:t>Jā</a:t>
                      </a:r>
                      <a:endParaRPr sz="1100" u="none" strike="noStrike" cap="none">
                        <a:solidFill>
                          <a:schemeClr val="lt1"/>
                        </a:solidFill>
                        <a:latin typeface="Barlow Medium"/>
                        <a:ea typeface="Barlow Medium"/>
                        <a:cs typeface="Barlow Medium"/>
                        <a:sym typeface="Barlow Medium"/>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348850">
                <a:tc>
                  <a:txBody>
                    <a:bodyPr/>
                    <a:lstStyle/>
                    <a:p>
                      <a:pPr marL="0" marR="0" lvl="0" indent="0" algn="ctr" rtl="0">
                        <a:lnSpc>
                          <a:spcPct val="100000"/>
                        </a:lnSpc>
                        <a:spcBef>
                          <a:spcPts val="0"/>
                        </a:spcBef>
                        <a:spcAft>
                          <a:spcPts val="0"/>
                        </a:spcAft>
                        <a:buClr>
                          <a:srgbClr val="000000"/>
                        </a:buClr>
                        <a:buSzPts val="1100"/>
                        <a:buFont typeface="Arial"/>
                        <a:buNone/>
                      </a:pPr>
                      <a:r>
                        <a:rPr lang="en" sz="1100" b="1">
                          <a:solidFill>
                            <a:schemeClr val="lt1"/>
                          </a:solidFill>
                          <a:latin typeface="Open Sans"/>
                          <a:ea typeface="Open Sans"/>
                          <a:cs typeface="Open Sans"/>
                          <a:sym typeface="Open Sans"/>
                        </a:rPr>
                        <a:t>LT</a:t>
                      </a:r>
                      <a:endParaRPr sz="1100" b="1" u="none" strike="noStrike" cap="none">
                        <a:solidFill>
                          <a:schemeClr val="lt1"/>
                        </a:solidFill>
                        <a:latin typeface="Open Sans"/>
                        <a:ea typeface="Open Sans"/>
                        <a:cs typeface="Open Sans"/>
                        <a:sym typeface="Open Sans"/>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lvl="0" indent="0" algn="ctr" rtl="0">
                        <a:spcBef>
                          <a:spcPts val="0"/>
                        </a:spcBef>
                        <a:spcAft>
                          <a:spcPts val="0"/>
                        </a:spcAft>
                        <a:buNone/>
                      </a:pPr>
                      <a:r>
                        <a:rPr lang="en" sz="1100">
                          <a:solidFill>
                            <a:schemeClr val="lt1"/>
                          </a:solidFill>
                          <a:latin typeface="Barlow Medium"/>
                          <a:ea typeface="Barlow Medium"/>
                          <a:cs typeface="Barlow Medium"/>
                          <a:sym typeface="Barlow Medium"/>
                        </a:rPr>
                        <a:t>Jā</a:t>
                      </a:r>
                      <a:endParaRPr sz="1100" u="none" strike="noStrike" cap="none">
                        <a:solidFill>
                          <a:schemeClr val="lt1"/>
                        </a:solidFill>
                        <a:latin typeface="Barlow Medium"/>
                        <a:ea typeface="Barlow Medium"/>
                        <a:cs typeface="Barlow Medium"/>
                        <a:sym typeface="Barlow Medium"/>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348850">
                <a:tc>
                  <a:txBody>
                    <a:bodyPr/>
                    <a:lstStyle/>
                    <a:p>
                      <a:pPr marL="0" marR="0" lvl="0" indent="0" algn="ctr" rtl="0">
                        <a:lnSpc>
                          <a:spcPct val="100000"/>
                        </a:lnSpc>
                        <a:spcBef>
                          <a:spcPts val="0"/>
                        </a:spcBef>
                        <a:spcAft>
                          <a:spcPts val="0"/>
                        </a:spcAft>
                        <a:buClr>
                          <a:srgbClr val="000000"/>
                        </a:buClr>
                        <a:buSzPts val="1100"/>
                        <a:buFont typeface="Arial"/>
                        <a:buNone/>
                      </a:pPr>
                      <a:r>
                        <a:rPr lang="en" sz="1100" b="1">
                          <a:solidFill>
                            <a:schemeClr val="lt1"/>
                          </a:solidFill>
                          <a:latin typeface="Open Sans"/>
                          <a:ea typeface="Open Sans"/>
                          <a:cs typeface="Open Sans"/>
                          <a:sym typeface="Open Sans"/>
                        </a:rPr>
                        <a:t>EE</a:t>
                      </a:r>
                      <a:endParaRPr sz="1100" b="1" u="none" strike="noStrike" cap="none">
                        <a:solidFill>
                          <a:schemeClr val="lt1"/>
                        </a:solidFill>
                        <a:latin typeface="Open Sans"/>
                        <a:ea typeface="Open Sans"/>
                        <a:cs typeface="Open Sans"/>
                        <a:sym typeface="Open Sans"/>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gradFill>
                      <a:gsLst>
                        <a:gs pos="0">
                          <a:schemeClr val="accent1"/>
                        </a:gs>
                        <a:gs pos="28000">
                          <a:schemeClr val="lt2"/>
                        </a:gs>
                        <a:gs pos="100000">
                          <a:schemeClr val="accent2"/>
                        </a:gs>
                      </a:gsLst>
                      <a:lin ang="10801400" scaled="0"/>
                    </a:gradFill>
                  </a:tcPr>
                </a:tc>
                <a:tc>
                  <a:txBody>
                    <a:bodyPr/>
                    <a:lstStyle/>
                    <a:p>
                      <a:pPr marL="0" lvl="0" indent="0" algn="ctr" rtl="0">
                        <a:spcBef>
                          <a:spcPts val="0"/>
                        </a:spcBef>
                        <a:spcAft>
                          <a:spcPts val="0"/>
                        </a:spcAft>
                        <a:buNone/>
                      </a:pPr>
                      <a:r>
                        <a:rPr lang="en" sz="1100">
                          <a:solidFill>
                            <a:schemeClr val="lt1"/>
                          </a:solidFill>
                          <a:latin typeface="Barlow Medium"/>
                          <a:ea typeface="Barlow Medium"/>
                          <a:cs typeface="Barlow Medium"/>
                          <a:sym typeface="Barlow Medium"/>
                        </a:rPr>
                        <a:t>Jā</a:t>
                      </a:r>
                      <a:endParaRPr sz="1100" u="none" strike="noStrike" cap="none">
                        <a:solidFill>
                          <a:schemeClr val="lt1"/>
                        </a:solidFill>
                        <a:latin typeface="Barlow Medium"/>
                        <a:ea typeface="Barlow Medium"/>
                        <a:cs typeface="Barlow Medium"/>
                        <a:sym typeface="Barlow Medium"/>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133" name="Google Shape;1133;g3549d0111a7_0_23"/>
          <p:cNvSpPr txBox="1">
            <a:spLocks noGrp="1"/>
          </p:cNvSpPr>
          <p:nvPr>
            <p:ph type="subTitle" idx="4294967295"/>
          </p:nvPr>
        </p:nvSpPr>
        <p:spPr>
          <a:xfrm>
            <a:off x="641650" y="1851125"/>
            <a:ext cx="4420500" cy="23481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600">
                <a:solidFill>
                  <a:schemeClr val="lt1"/>
                </a:solidFill>
              </a:rPr>
              <a:t>Mājaslapas internacionalizācija tika veikta, izstrādājot to 5 dažādās valodās, nodrošinot lietotājiem iespēju viegli pārslēgties starp valodām, tādējādi paplašinot auditoriju un uzlabojot pieejamību vairākiem lietotājiem neatkarīgi no viņu valodas prasmes.</a:t>
            </a:r>
            <a:endParaRPr sz="1600">
              <a:solidFill>
                <a:schemeClr val="lt1"/>
              </a:solidFill>
            </a:endParaRPr>
          </a:p>
          <a:p>
            <a:pPr marL="0" lvl="0" indent="0" algn="ctr" rtl="0">
              <a:lnSpc>
                <a:spcPct val="100000"/>
              </a:lnSpc>
              <a:spcBef>
                <a:spcPts val="0"/>
              </a:spcBef>
              <a:spcAft>
                <a:spcPts val="0"/>
              </a:spcAft>
              <a:buNone/>
            </a:pPr>
            <a:endParaRPr sz="1800">
              <a:solidFill>
                <a:schemeClr val="lt1"/>
              </a:solidFill>
            </a:endParaRPr>
          </a:p>
          <a:p>
            <a:pPr marL="0" lvl="0" indent="0" algn="l" rtl="0">
              <a:lnSpc>
                <a:spcPct val="100000"/>
              </a:lnSpc>
              <a:spcBef>
                <a:spcPts val="0"/>
              </a:spcBef>
              <a:spcAft>
                <a:spcPts val="0"/>
              </a:spcAft>
              <a:buNone/>
            </a:pPr>
            <a:endParaRPr sz="1800"/>
          </a:p>
          <a:p>
            <a:pPr marL="0" lvl="0" indent="0" algn="ctr" rtl="0">
              <a:lnSpc>
                <a:spcPct val="100000"/>
              </a:lnSpc>
              <a:spcBef>
                <a:spcPts val="0"/>
              </a:spcBef>
              <a:spcAft>
                <a:spcPts val="0"/>
              </a:spcAft>
              <a:buNone/>
            </a:pPr>
            <a:endParaRPr sz="18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g3549d0111a7_0_43"/>
          <p:cNvSpPr txBox="1">
            <a:spLocks noGrp="1"/>
          </p:cNvSpPr>
          <p:nvPr>
            <p:ph type="title"/>
          </p:nvPr>
        </p:nvSpPr>
        <p:spPr>
          <a:xfrm>
            <a:off x="666900" y="1105200"/>
            <a:ext cx="7810200" cy="973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solidFill>
                  <a:schemeClr val="accent1"/>
                </a:solidFill>
              </a:rPr>
              <a:t>Atsauksmes par ralliju</a:t>
            </a:r>
            <a:endParaRPr>
              <a:solidFill>
                <a:schemeClr val="accent1"/>
              </a:solidFill>
            </a:endParaRPr>
          </a:p>
        </p:txBody>
      </p:sp>
      <p:sp>
        <p:nvSpPr>
          <p:cNvPr id="1139" name="Google Shape;1139;g3549d0111a7_0_43"/>
          <p:cNvSpPr txBox="1">
            <a:spLocks noGrp="1"/>
          </p:cNvSpPr>
          <p:nvPr>
            <p:ph type="subTitle" idx="1"/>
          </p:nvPr>
        </p:nvSpPr>
        <p:spPr>
          <a:xfrm>
            <a:off x="1514700" y="1861450"/>
            <a:ext cx="6114600" cy="1959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800"/>
              <a:t>Ieteicams ieviest funkcionalitāti, kas ļauj lietotājiem publicēt atsauksmes par katru ralliju, ko viņi apmeklējuši, tādējādi veicinot sabiedrības iesaisti un sniedzot vērtīgu informāciju citiem apmeklētājiem.</a:t>
            </a:r>
            <a:endParaRPr sz="1800"/>
          </a:p>
          <a:p>
            <a:pPr marL="0" lvl="0" indent="0" algn="l" rtl="0">
              <a:lnSpc>
                <a:spcPct val="100000"/>
              </a:lnSpc>
              <a:spcBef>
                <a:spcPts val="0"/>
              </a:spcBef>
              <a:spcAft>
                <a:spcPts val="0"/>
              </a:spcAft>
              <a:buNone/>
            </a:pPr>
            <a:endParaRPr sz="1800"/>
          </a:p>
          <a:p>
            <a:pPr marL="0" lvl="0" indent="0" algn="ctr" rtl="0">
              <a:lnSpc>
                <a:spcPct val="100000"/>
              </a:lnSpc>
              <a:spcBef>
                <a:spcPts val="0"/>
              </a:spcBef>
              <a:spcAft>
                <a:spcPts val="0"/>
              </a:spcAft>
              <a:buNone/>
            </a:pPr>
            <a:endParaRPr sz="18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43"/>
        <p:cNvGrpSpPr/>
        <p:nvPr/>
      </p:nvGrpSpPr>
      <p:grpSpPr>
        <a:xfrm>
          <a:off x="0" y="0"/>
          <a:ext cx="0" cy="0"/>
          <a:chOff x="0" y="0"/>
          <a:chExt cx="0" cy="0"/>
        </a:xfrm>
      </p:grpSpPr>
      <p:sp>
        <p:nvSpPr>
          <p:cNvPr id="1144" name="Google Shape;1144;g3549d0111a7_0_12"/>
          <p:cNvSpPr txBox="1">
            <a:spLocks noGrp="1"/>
          </p:cNvSpPr>
          <p:nvPr>
            <p:ph type="title"/>
          </p:nvPr>
        </p:nvSpPr>
        <p:spPr>
          <a:xfrm>
            <a:off x="713100" y="542996"/>
            <a:ext cx="7717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Izmantotā literatūra</a:t>
            </a:r>
            <a:endParaRPr/>
          </a:p>
        </p:txBody>
      </p:sp>
      <p:sp>
        <p:nvSpPr>
          <p:cNvPr id="1145" name="Google Shape;1145;g3549d0111a7_0_12"/>
          <p:cNvSpPr txBox="1">
            <a:spLocks noGrp="1"/>
          </p:cNvSpPr>
          <p:nvPr>
            <p:ph type="body" idx="2"/>
          </p:nvPr>
        </p:nvSpPr>
        <p:spPr>
          <a:xfrm>
            <a:off x="1098734" y="1986938"/>
            <a:ext cx="6946531" cy="1739400"/>
          </a:xfrm>
          <a:prstGeom prst="rect">
            <a:avLst/>
          </a:prstGeom>
          <a:noFill/>
          <a:ln>
            <a:noFill/>
          </a:ln>
        </p:spPr>
        <p:txBody>
          <a:bodyPr spcFirstLastPara="1" wrap="square" lIns="91425" tIns="91425" rIns="91425" bIns="91425" anchor="t" anchorCtr="0">
            <a:noAutofit/>
          </a:bodyPr>
          <a:lstStyle/>
          <a:p>
            <a:pPr marL="342900" indent="-203200">
              <a:buSzPts val="1400"/>
            </a:pPr>
            <a:r>
              <a:rPr lang="en-GB" sz="1400" b="1" dirty="0" err="1"/>
              <a:t>Slidesgo</a:t>
            </a:r>
            <a:r>
              <a:rPr lang="en-GB" sz="1400" b="1" dirty="0"/>
              <a:t>.</a:t>
            </a:r>
            <a:r>
              <a:rPr lang="en-GB" sz="1400" dirty="0"/>
              <a:t> Motocross Races Project Proposal [</a:t>
            </a:r>
            <a:r>
              <a:rPr lang="en-GB" sz="1400" dirty="0" err="1"/>
              <a:t>Tiešsaiste</a:t>
            </a:r>
            <a:r>
              <a:rPr lang="en-GB" sz="1400" dirty="0"/>
              <a:t>]. </a:t>
            </a:r>
            <a:r>
              <a:rPr lang="en-GB" sz="1400" dirty="0" err="1"/>
              <a:t>Freepik</a:t>
            </a:r>
            <a:r>
              <a:rPr lang="en-GB" sz="1400" dirty="0"/>
              <a:t>, 2025. </a:t>
            </a:r>
            <a:r>
              <a:rPr lang="en-GB" sz="1400" dirty="0" err="1"/>
              <a:t>Pieejams</a:t>
            </a:r>
            <a:r>
              <a:rPr lang="en-GB" sz="1400" dirty="0"/>
              <a:t>: </a:t>
            </a:r>
            <a:r>
              <a:rPr lang="en-GB" sz="1400" dirty="0">
                <a:hlinkClick r:id="rId3"/>
              </a:rPr>
              <a:t>https://slidesgo.com/</a:t>
            </a:r>
            <a:endParaRPr lang="en-GB" sz="1400" dirty="0"/>
          </a:p>
          <a:p>
            <a:pPr marL="342900" indent="-203200">
              <a:buSzPts val="1400"/>
            </a:pPr>
            <a:r>
              <a:rPr lang="en-GB" sz="1400" dirty="0" err="1"/>
              <a:t>Autorally</a:t>
            </a:r>
            <a:r>
              <a:rPr lang="en-GB" sz="1400" dirty="0"/>
              <a:t>. </a:t>
            </a:r>
            <a:r>
              <a:rPr lang="en-GB" sz="1400" dirty="0" err="1"/>
              <a:t>Latvijas</a:t>
            </a:r>
            <a:r>
              <a:rPr lang="en-GB" sz="1400" dirty="0"/>
              <a:t> </a:t>
            </a:r>
            <a:r>
              <a:rPr lang="en-GB" sz="1400" dirty="0" err="1"/>
              <a:t>Rallija</a:t>
            </a:r>
            <a:r>
              <a:rPr lang="en-GB" sz="1400" dirty="0"/>
              <a:t> </a:t>
            </a:r>
            <a:r>
              <a:rPr lang="en-GB" sz="1400" dirty="0" err="1"/>
              <a:t>Čempionāts</a:t>
            </a:r>
            <a:r>
              <a:rPr lang="en-GB" sz="1400" dirty="0"/>
              <a:t> [</a:t>
            </a:r>
            <a:r>
              <a:rPr lang="en-GB" sz="1400" dirty="0" err="1"/>
              <a:t>Tiešsaiste</a:t>
            </a:r>
            <a:r>
              <a:rPr lang="en-GB" sz="1400" dirty="0"/>
              <a:t>]. </a:t>
            </a:r>
            <a:r>
              <a:rPr lang="en-GB" sz="1400" dirty="0" err="1"/>
              <a:t>Autorally</a:t>
            </a:r>
            <a:r>
              <a:rPr lang="en-GB" sz="1400" dirty="0"/>
              <a:t>, 2025. </a:t>
            </a:r>
            <a:r>
              <a:rPr lang="en-GB" sz="1400" dirty="0" err="1"/>
              <a:t>Pieejams</a:t>
            </a:r>
            <a:r>
              <a:rPr lang="en-GB" sz="1400" dirty="0"/>
              <a:t>: </a:t>
            </a:r>
            <a:r>
              <a:rPr lang="en-GB" sz="1400" dirty="0">
                <a:hlinkClick r:id="rId4"/>
              </a:rPr>
              <a:t>https://www.autorally.lv/</a:t>
            </a:r>
            <a:endParaRPr lang="en-GB" sz="1400" dirty="0"/>
          </a:p>
          <a:p>
            <a:pPr marL="342900" indent="-203200">
              <a:buSzPts val="1400"/>
            </a:pPr>
            <a:r>
              <a:rPr lang="en-GB" sz="1400" dirty="0"/>
              <a:t>WRC. World Rally Championship [</a:t>
            </a:r>
            <a:r>
              <a:rPr lang="en-GB" sz="1400" dirty="0" err="1"/>
              <a:t>Tiešsaiste</a:t>
            </a:r>
            <a:r>
              <a:rPr lang="en-GB" sz="1400" dirty="0"/>
              <a:t>]. WRC, 2025. </a:t>
            </a:r>
            <a:r>
              <a:rPr lang="en-GB" sz="1400" dirty="0" err="1"/>
              <a:t>Pieejams</a:t>
            </a:r>
            <a:r>
              <a:rPr lang="en-GB" sz="1400" dirty="0"/>
              <a:t>: </a:t>
            </a:r>
            <a:r>
              <a:rPr lang="en" sz="1400" dirty="0">
                <a:hlinkClick r:id="rId5"/>
              </a:rPr>
              <a:t>https://</a:t>
            </a:r>
            <a:r>
              <a:rPr lang="en" sz="1400" dirty="0" err="1">
                <a:hlinkClick r:id="rId5"/>
              </a:rPr>
              <a:t>www.wrc.com</a:t>
            </a:r>
            <a:r>
              <a:rPr lang="en" sz="1400" dirty="0">
                <a:hlinkClick r:id="rId5"/>
              </a:rPr>
              <a:t>/</a:t>
            </a:r>
            <a:endParaRPr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49"/>
        <p:cNvGrpSpPr/>
        <p:nvPr/>
      </p:nvGrpSpPr>
      <p:grpSpPr>
        <a:xfrm>
          <a:off x="0" y="0"/>
          <a:ext cx="0" cy="0"/>
          <a:chOff x="0" y="0"/>
          <a:chExt cx="0" cy="0"/>
        </a:xfrm>
      </p:grpSpPr>
      <p:sp>
        <p:nvSpPr>
          <p:cNvPr id="1150" name="Google Shape;1150;g354010766f9_2_159"/>
          <p:cNvSpPr txBox="1">
            <a:spLocks noGrp="1"/>
          </p:cNvSpPr>
          <p:nvPr>
            <p:ph type="title"/>
          </p:nvPr>
        </p:nvSpPr>
        <p:spPr>
          <a:xfrm>
            <a:off x="1489200" y="1743300"/>
            <a:ext cx="6165600" cy="16569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9000"/>
              <a:buNone/>
            </a:pPr>
            <a:r>
              <a:rPr lang="en" sz="4800"/>
              <a:t>Paldies par uzmanību</a:t>
            </a:r>
            <a:endParaRPr sz="4800"/>
          </a:p>
        </p:txBody>
      </p:sp>
    </p:spTree>
  </p:cSld>
  <p:clrMapOvr>
    <a:masterClrMapping/>
  </p:clrMapOvr>
</p:sld>
</file>

<file path=ppt/theme/theme1.xml><?xml version="1.0" encoding="utf-8"?>
<a:theme xmlns:a="http://schemas.openxmlformats.org/drawingml/2006/main" name="Motocross Races Project Proposal by Slidesgo">
  <a:themeElements>
    <a:clrScheme name="Simple Light">
      <a:dk1>
        <a:srgbClr val="0A0A0A"/>
      </a:dk1>
      <a:lt1>
        <a:srgbClr val="FFFFFF"/>
      </a:lt1>
      <a:dk2>
        <a:srgbClr val="292828"/>
      </a:dk2>
      <a:lt2>
        <a:srgbClr val="E56626"/>
      </a:lt2>
      <a:accent1>
        <a:srgbClr val="E4A42A"/>
      </a:accent1>
      <a:accent2>
        <a:srgbClr val="DA246D"/>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6872</TotalTime>
  <Words>898</Words>
  <Application>Microsoft Macintosh PowerPoint</Application>
  <PresentationFormat>On-screen Show (16:9)</PresentationFormat>
  <Paragraphs>189</Paragraphs>
  <Slides>44</Slides>
  <Notes>44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Barlow Medium</vt:lpstr>
      <vt:lpstr>Open Sans</vt:lpstr>
      <vt:lpstr>Arial</vt:lpstr>
      <vt:lpstr>Russo One</vt:lpstr>
      <vt:lpstr>Barlow</vt:lpstr>
      <vt:lpstr>Motocross Races Project Proposal by Slidesgo</vt:lpstr>
      <vt:lpstr>Prezentācija kvalifikācijas darbam Latvijas rallija mājaslapa</vt:lpstr>
      <vt:lpstr>Satura rādītājs</vt:lpstr>
      <vt:lpstr>Aktualitāte / problēma</vt:lpstr>
      <vt:lpstr>Projekta Mērķis</vt:lpstr>
      <vt:lpstr>Uzdevumi</vt:lpstr>
      <vt:lpstr>Uzdevumi</vt:lpstr>
      <vt:lpstr>Literatūras apskats un variantu salīdzinājums</vt:lpstr>
      <vt:lpstr>Salīdzinājums ar Autorally.lv</vt:lpstr>
      <vt:lpstr>Salīdzinājums - Jaunumi</vt:lpstr>
      <vt:lpstr>Salīdzinājums - Jaunumi</vt:lpstr>
      <vt:lpstr>Salīdzinājums - Jaunumi</vt:lpstr>
      <vt:lpstr>Salīdzinājums - Dalībnieki</vt:lpstr>
      <vt:lpstr>Salīdzinājums - Dalībnieki</vt:lpstr>
      <vt:lpstr>Salīdzinājums - Dalībnieki</vt:lpstr>
      <vt:lpstr>Salīdzinājums ar WRC.com</vt:lpstr>
      <vt:lpstr>Salīdzinājums - Rezultāti</vt:lpstr>
      <vt:lpstr>Salīdzinājums - Rezultāti</vt:lpstr>
      <vt:lpstr>Salīdzinājums - Rezultāti</vt:lpstr>
      <vt:lpstr>Salīdzinājuma Tabula</vt:lpstr>
      <vt:lpstr>Prasību specifikācija</vt:lpstr>
      <vt:lpstr>Mērķa sasniegšanas līdzekļu izvēle un pamatojums</vt:lpstr>
      <vt:lpstr>Sistēmas struktūras un datu modelis</vt:lpstr>
      <vt:lpstr>Sistēmas struktūras un datu modelis</vt:lpstr>
      <vt:lpstr>Sistēmas struktūras un datu modelis</vt:lpstr>
      <vt:lpstr>Sistēmas struktūras un datu modelis</vt:lpstr>
      <vt:lpstr>Sistēmas struktūras un datu modelis</vt:lpstr>
      <vt:lpstr>Sistēmas struktūras un datu modelis</vt:lpstr>
      <vt:lpstr>Sistēmas struktūras un datu modelis</vt:lpstr>
      <vt:lpstr>Funkcionālais un dinamiskais sistēmas modelis </vt:lpstr>
      <vt:lpstr>Auto testi</vt:lpstr>
      <vt:lpstr>Posmu Uzvarētāju API Struktūras auto-Tests</vt:lpstr>
      <vt:lpstr>Ralfs A. Gulbis</vt:lpstr>
      <vt:lpstr>02</vt:lpstr>
      <vt:lpstr>Jēkabs Krīgerts</vt:lpstr>
      <vt:lpstr>Lietotāja ceļvedis - demonstrācija</vt:lpstr>
      <vt:lpstr>Lietotāja ceļvedis - demonstrācija</vt:lpstr>
      <vt:lpstr>Rezultātu un punktu aprēķināšana. (pieejas loģika)</vt:lpstr>
      <vt:lpstr>Automātiski izveidotie dati</vt:lpstr>
      <vt:lpstr>Secinājumi un priekšlikumi</vt:lpstr>
      <vt:lpstr>Darba mērķis tika sasniegts</vt:lpstr>
      <vt:lpstr>Projekta Internacionalizācija</vt:lpstr>
      <vt:lpstr>Atsauksmes par ralliju</vt:lpstr>
      <vt:lpstr>Izmantotā literatūra</vt:lpstr>
      <vt:lpstr>Paldies par uzmanību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Tomass Veveris</cp:lastModifiedBy>
  <cp:revision>13</cp:revision>
  <dcterms:modified xsi:type="dcterms:W3CDTF">2025-05-12T12:29:07Z</dcterms:modified>
</cp:coreProperties>
</file>